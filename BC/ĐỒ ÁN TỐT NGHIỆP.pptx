
<file path=[Content_Types].xml><?xml version="1.0" encoding="utf-8"?>
<Types xmlns="http://schemas.openxmlformats.org/package/2006/content-types">
  <Default Extension="jpeg" ContentType="image/jpeg"/>
  <Default Extension="jpg" ContentType="image/pn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5448" r:id="rId2"/>
  </p:sldMasterIdLst>
  <p:notesMasterIdLst>
    <p:notesMasterId r:id="rId14"/>
  </p:notesMasterIdLst>
  <p:handoutMasterIdLst>
    <p:handoutMasterId r:id="rId15"/>
  </p:handoutMasterIdLst>
  <p:sldIdLst>
    <p:sldId id="607" r:id="rId3"/>
    <p:sldId id="387" r:id="rId4"/>
    <p:sldId id="612" r:id="rId5"/>
    <p:sldId id="679" r:id="rId6"/>
    <p:sldId id="680" r:id="rId7"/>
    <p:sldId id="682" r:id="rId8"/>
    <p:sldId id="686" r:id="rId9"/>
    <p:sldId id="689" r:id="rId10"/>
    <p:sldId id="681" r:id="rId11"/>
    <p:sldId id="688" r:id="rId12"/>
    <p:sldId id="560" r:id="rId13"/>
  </p:sldIdLst>
  <p:sldSz cx="12192000" cy="6858000"/>
  <p:notesSz cx="9869488" cy="673576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>
          <p15:clr>
            <a:srgbClr val="A4A3A4"/>
          </p15:clr>
        </p15:guide>
        <p15:guide id="2" pos="31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000066"/>
    <a:srgbClr val="004F88"/>
    <a:srgbClr val="003399"/>
    <a:srgbClr val="748794"/>
    <a:srgbClr val="006699"/>
    <a:srgbClr val="000099"/>
    <a:srgbClr val="FFFF66"/>
    <a:srgbClr val="FF00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94E599-C87B-A4CE-DCCC-463B0E8BE1DF}" v="27" dt="2025-11-29T13:19:01.114"/>
    <p1510:client id="{9D1873E2-2483-004D-8CFA-0728EDF781AC}" v="14" dt="2025-11-29T08:30:36.413"/>
    <p1510:client id="{C0D086EF-7BCB-4998-A643-B34C8EEAFFD9}" v="3" dt="2025-11-28T08:13:25.7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91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122"/>
        <p:guide pos="31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uy Trang" userId="378afdc44a3f73dd" providerId="Windows Live" clId="Web-{65E1235B-2E9D-7583-8277-9F9DA079C7B5}"/>
    <pc:docChg chg="addSld delSld modSld">
      <pc:chgData name="Thuy Trang" userId="378afdc44a3f73dd" providerId="Windows Live" clId="Web-{65E1235B-2E9D-7583-8277-9F9DA079C7B5}" dt="2025-11-21T18:01:13.826" v="265" actId="1076"/>
      <pc:docMkLst>
        <pc:docMk/>
      </pc:docMkLst>
      <pc:sldChg chg="modSp">
        <pc:chgData name="Thuy Trang" userId="378afdc44a3f73dd" providerId="Windows Live" clId="Web-{65E1235B-2E9D-7583-8277-9F9DA079C7B5}" dt="2025-11-21T17:05:49.662" v="180" actId="14100"/>
        <pc:sldMkLst>
          <pc:docMk/>
          <pc:sldMk cId="1227224867" sldId="607"/>
        </pc:sldMkLst>
        <pc:picChg chg="mod">
          <ac:chgData name="Thuy Trang" userId="378afdc44a3f73dd" providerId="Windows Live" clId="Web-{65E1235B-2E9D-7583-8277-9F9DA079C7B5}" dt="2025-11-21T17:05:49.662" v="180" actId="14100"/>
          <ac:picMkLst>
            <pc:docMk/>
            <pc:sldMk cId="1227224867" sldId="607"/>
            <ac:picMk id="13" creationId="{E2F15ED5-E32E-E75B-C459-143B5F86A8DC}"/>
          </ac:picMkLst>
        </pc:picChg>
      </pc:sldChg>
      <pc:sldChg chg="delSp modSp">
        <pc:chgData name="Thuy Trang" userId="378afdc44a3f73dd" providerId="Windows Live" clId="Web-{65E1235B-2E9D-7583-8277-9F9DA079C7B5}" dt="2025-11-21T16:38:13.998" v="3" actId="1076"/>
        <pc:sldMkLst>
          <pc:docMk/>
          <pc:sldMk cId="131682903" sldId="611"/>
        </pc:sldMkLst>
        <pc:spChg chg="mod">
          <ac:chgData name="Thuy Trang" userId="378afdc44a3f73dd" providerId="Windows Live" clId="Web-{65E1235B-2E9D-7583-8277-9F9DA079C7B5}" dt="2025-11-21T16:38:13.998" v="3" actId="1076"/>
          <ac:spMkLst>
            <pc:docMk/>
            <pc:sldMk cId="131682903" sldId="611"/>
            <ac:spMk id="4" creationId="{06EA2A33-D72B-BEDD-A97F-1BAE65EF0B48}"/>
          </ac:spMkLst>
        </pc:spChg>
      </pc:sldChg>
      <pc:sldChg chg="modSp">
        <pc:chgData name="Thuy Trang" userId="378afdc44a3f73dd" providerId="Windows Live" clId="Web-{65E1235B-2E9D-7583-8277-9F9DA079C7B5}" dt="2025-11-21T17:10:00.901" v="193" actId="14100"/>
        <pc:sldMkLst>
          <pc:docMk/>
          <pc:sldMk cId="1851933342" sldId="679"/>
        </pc:sldMkLst>
        <pc:picChg chg="mod">
          <ac:chgData name="Thuy Trang" userId="378afdc44a3f73dd" providerId="Windows Live" clId="Web-{65E1235B-2E9D-7583-8277-9F9DA079C7B5}" dt="2025-11-21T17:10:00.901" v="193" actId="14100"/>
          <ac:picMkLst>
            <pc:docMk/>
            <pc:sldMk cId="1851933342" sldId="679"/>
            <ac:picMk id="8" creationId="{055DB737-4EB2-A57E-DB51-CD4B94444E47}"/>
          </ac:picMkLst>
        </pc:picChg>
      </pc:sldChg>
      <pc:sldChg chg="addSp delSp modSp">
        <pc:chgData name="Thuy Trang" userId="378afdc44a3f73dd" providerId="Windows Live" clId="Web-{65E1235B-2E9D-7583-8277-9F9DA079C7B5}" dt="2025-11-21T18:01:13.826" v="265" actId="1076"/>
        <pc:sldMkLst>
          <pc:docMk/>
          <pc:sldMk cId="3143650525" sldId="680"/>
        </pc:sldMkLst>
        <pc:spChg chg="add mod">
          <ac:chgData name="Thuy Trang" userId="378afdc44a3f73dd" providerId="Windows Live" clId="Web-{65E1235B-2E9D-7583-8277-9F9DA079C7B5}" dt="2025-11-21T17:05:10.802" v="174"/>
          <ac:spMkLst>
            <pc:docMk/>
            <pc:sldMk cId="3143650525" sldId="680"/>
            <ac:spMk id="4" creationId="{D3EBBB08-3FB6-0EA3-E0A9-3D242081D55E}"/>
          </ac:spMkLst>
        </pc:spChg>
        <pc:spChg chg="mod">
          <ac:chgData name="Thuy Trang" userId="378afdc44a3f73dd" providerId="Windows Live" clId="Web-{65E1235B-2E9D-7583-8277-9F9DA079C7B5}" dt="2025-11-21T16:58:23.953" v="120" actId="1076"/>
          <ac:spMkLst>
            <pc:docMk/>
            <pc:sldMk cId="3143650525" sldId="680"/>
            <ac:spMk id="5" creationId="{B9A85966-A61D-E65F-2292-42D8C0407414}"/>
          </ac:spMkLst>
        </pc:spChg>
        <pc:spChg chg="mod">
          <ac:chgData name="Thuy Trang" userId="378afdc44a3f73dd" providerId="Windows Live" clId="Web-{65E1235B-2E9D-7583-8277-9F9DA079C7B5}" dt="2025-11-21T17:05:10.802" v="172"/>
          <ac:spMkLst>
            <pc:docMk/>
            <pc:sldMk cId="3143650525" sldId="680"/>
            <ac:spMk id="6" creationId="{67E796D2-252E-49A0-9ACA-8DD55C1772D9}"/>
          </ac:spMkLst>
        </pc:spChg>
        <pc:spChg chg="add mod">
          <ac:chgData name="Thuy Trang" userId="378afdc44a3f73dd" providerId="Windows Live" clId="Web-{65E1235B-2E9D-7583-8277-9F9DA079C7B5}" dt="2025-11-21T18:00:58.184" v="263" actId="14100"/>
          <ac:spMkLst>
            <pc:docMk/>
            <pc:sldMk cId="3143650525" sldId="680"/>
            <ac:spMk id="7" creationId="{2A6996E7-E047-14BF-B8EC-F91A44B5EC76}"/>
          </ac:spMkLst>
        </pc:spChg>
        <pc:spChg chg="mod">
          <ac:chgData name="Thuy Trang" userId="378afdc44a3f73dd" providerId="Windows Live" clId="Web-{65E1235B-2E9D-7583-8277-9F9DA079C7B5}" dt="2025-11-21T17:05:10.802" v="173"/>
          <ac:spMkLst>
            <pc:docMk/>
            <pc:sldMk cId="3143650525" sldId="680"/>
            <ac:spMk id="9" creationId="{939B6152-4812-7217-C80E-CF68956555CA}"/>
          </ac:spMkLst>
        </pc:spChg>
        <pc:spChg chg="add mod">
          <ac:chgData name="Thuy Trang" userId="378afdc44a3f73dd" providerId="Windows Live" clId="Web-{65E1235B-2E9D-7583-8277-9F9DA079C7B5}" dt="2025-11-21T18:00:14.917" v="251" actId="20577"/>
          <ac:spMkLst>
            <pc:docMk/>
            <pc:sldMk cId="3143650525" sldId="680"/>
            <ac:spMk id="11" creationId="{CA789796-96D3-6F36-23B5-6B15F1419DF6}"/>
          </ac:spMkLst>
        </pc:spChg>
        <pc:spChg chg="add mod">
          <ac:chgData name="Thuy Trang" userId="378afdc44a3f73dd" providerId="Windows Live" clId="Web-{65E1235B-2E9D-7583-8277-9F9DA079C7B5}" dt="2025-11-21T18:01:13.826" v="265" actId="1076"/>
          <ac:spMkLst>
            <pc:docMk/>
            <pc:sldMk cId="3143650525" sldId="680"/>
            <ac:spMk id="15" creationId="{8218823F-B397-E8DD-DAA8-14187B7B233A}"/>
          </ac:spMkLst>
        </pc:spChg>
        <pc:spChg chg="add mod">
          <ac:chgData name="Thuy Trang" userId="378afdc44a3f73dd" providerId="Windows Live" clId="Web-{65E1235B-2E9D-7583-8277-9F9DA079C7B5}" dt="2025-11-21T18:01:08.185" v="264" actId="1076"/>
          <ac:spMkLst>
            <pc:docMk/>
            <pc:sldMk cId="3143650525" sldId="680"/>
            <ac:spMk id="16" creationId="{B06FA6C7-F3DB-7C06-FF7F-FF20F4C364BE}"/>
          </ac:spMkLst>
        </pc:spChg>
        <pc:spChg chg="add mod">
          <ac:chgData name="Thuy Trang" userId="378afdc44a3f73dd" providerId="Windows Live" clId="Web-{65E1235B-2E9D-7583-8277-9F9DA079C7B5}" dt="2025-11-21T17:05:10.802" v="175"/>
          <ac:spMkLst>
            <pc:docMk/>
            <pc:sldMk cId="3143650525" sldId="680"/>
            <ac:spMk id="17" creationId="{9D8DB9E2-4FFA-DF74-6F86-97D9E2BAD7AA}"/>
          </ac:spMkLst>
        </pc:spChg>
        <pc:spChg chg="add mod">
          <ac:chgData name="Thuy Trang" userId="378afdc44a3f73dd" providerId="Windows Live" clId="Web-{65E1235B-2E9D-7583-8277-9F9DA079C7B5}" dt="2025-11-21T17:05:10.802" v="176"/>
          <ac:spMkLst>
            <pc:docMk/>
            <pc:sldMk cId="3143650525" sldId="680"/>
            <ac:spMk id="19" creationId="{3A34F59A-0482-AE59-7741-711FA9F62F7E}"/>
          </ac:spMkLst>
        </pc:spChg>
        <pc:spChg chg="add mod">
          <ac:chgData name="Thuy Trang" userId="378afdc44a3f73dd" providerId="Windows Live" clId="Web-{65E1235B-2E9D-7583-8277-9F9DA079C7B5}" dt="2025-11-21T17:05:10.927" v="177"/>
          <ac:spMkLst>
            <pc:docMk/>
            <pc:sldMk cId="3143650525" sldId="680"/>
            <ac:spMk id="20" creationId="{0558C342-4360-A239-F7C1-28A5AD0208F1}"/>
          </ac:spMkLst>
        </pc:spChg>
        <pc:spChg chg="add mod">
          <ac:chgData name="Thuy Trang" userId="378afdc44a3f73dd" providerId="Windows Live" clId="Web-{65E1235B-2E9D-7583-8277-9F9DA079C7B5}" dt="2025-11-21T17:59:09.086" v="243" actId="1076"/>
          <ac:spMkLst>
            <pc:docMk/>
            <pc:sldMk cId="3143650525" sldId="680"/>
            <ac:spMk id="28" creationId="{9EFC5958-FBFD-DAC3-6855-E1660FFEEE49}"/>
          </ac:spMkLst>
        </pc:spChg>
        <pc:picChg chg="mod">
          <ac:chgData name="Thuy Trang" userId="378afdc44a3f73dd" providerId="Windows Live" clId="Web-{65E1235B-2E9D-7583-8277-9F9DA079C7B5}" dt="2025-11-21T17:55:33.119" v="219" actId="1076"/>
          <ac:picMkLst>
            <pc:docMk/>
            <pc:sldMk cId="3143650525" sldId="680"/>
            <ac:picMk id="3" creationId="{8C84C2D2-EF94-DABD-4805-2219F14E54FB}"/>
          </ac:picMkLst>
        </pc:picChg>
        <pc:cxnChg chg="mod">
          <ac:chgData name="Thuy Trang" userId="378afdc44a3f73dd" providerId="Windows Live" clId="Web-{65E1235B-2E9D-7583-8277-9F9DA079C7B5}" dt="2025-11-21T17:11:18.324" v="198" actId="1076"/>
          <ac:cxnSpMkLst>
            <pc:docMk/>
            <pc:sldMk cId="3143650525" sldId="680"/>
            <ac:cxnSpMk id="8" creationId="{CE3B58EF-D9AD-78A7-D8A1-C9E8E86C733D}"/>
          </ac:cxnSpMkLst>
        </pc:cxnChg>
      </pc:sldChg>
      <pc:sldChg chg="modSp add replId">
        <pc:chgData name="Thuy Trang" userId="378afdc44a3f73dd" providerId="Windows Live" clId="Web-{65E1235B-2E9D-7583-8277-9F9DA079C7B5}" dt="2025-11-21T17:07:43.962" v="189" actId="20577"/>
        <pc:sldMkLst>
          <pc:docMk/>
          <pc:sldMk cId="153513012" sldId="685"/>
        </pc:sldMkLst>
        <pc:spChg chg="mod">
          <ac:chgData name="Thuy Trang" userId="378afdc44a3f73dd" providerId="Windows Live" clId="Web-{65E1235B-2E9D-7583-8277-9F9DA079C7B5}" dt="2025-11-21T17:07:43.962" v="189" actId="20577"/>
          <ac:spMkLst>
            <pc:docMk/>
            <pc:sldMk cId="153513012" sldId="685"/>
            <ac:spMk id="9" creationId="{997B2CA8-C8C7-9F87-BBA1-FE3809287D94}"/>
          </ac:spMkLst>
        </pc:spChg>
      </pc:sldChg>
    </pc:docChg>
  </pc:docChgLst>
  <pc:docChgLst>
    <pc:chgData name="Anh Tuấn" userId="9766f3d5defb976b" providerId="Windows Live" clId="Web-{CCEB2792-E1C0-91B9-9D65-C0B2821A499D}"/>
    <pc:docChg chg="modSld">
      <pc:chgData name="Anh Tuấn" userId="9766f3d5defb976b" providerId="Windows Live" clId="Web-{CCEB2792-E1C0-91B9-9D65-C0B2821A499D}" dt="2025-11-24T12:54:52.152" v="13" actId="1076"/>
      <pc:docMkLst>
        <pc:docMk/>
      </pc:docMkLst>
      <pc:sldChg chg="modSp">
        <pc:chgData name="Anh Tuấn" userId="9766f3d5defb976b" providerId="Windows Live" clId="Web-{CCEB2792-E1C0-91B9-9D65-C0B2821A499D}" dt="2025-11-24T12:54:52.152" v="13" actId="1076"/>
        <pc:sldMkLst>
          <pc:docMk/>
          <pc:sldMk cId="3284727289" sldId="681"/>
        </pc:sldMkLst>
        <pc:spChg chg="mod">
          <ac:chgData name="Anh Tuấn" userId="9766f3d5defb976b" providerId="Windows Live" clId="Web-{CCEB2792-E1C0-91B9-9D65-C0B2821A499D}" dt="2025-11-24T12:54:52.152" v="13" actId="1076"/>
          <ac:spMkLst>
            <pc:docMk/>
            <pc:sldMk cId="3284727289" sldId="681"/>
            <ac:spMk id="4" creationId="{8A5423D1-4091-08C2-A77B-F23E4C33EDE4}"/>
          </ac:spMkLst>
        </pc:spChg>
        <pc:picChg chg="mod">
          <ac:chgData name="Anh Tuấn" userId="9766f3d5defb976b" providerId="Windows Live" clId="Web-{CCEB2792-E1C0-91B9-9D65-C0B2821A499D}" dt="2025-11-24T12:54:41.839" v="11" actId="14100"/>
          <ac:picMkLst>
            <pc:docMk/>
            <pc:sldMk cId="3284727289" sldId="681"/>
            <ac:picMk id="3" creationId="{F184CB94-E604-DA75-400B-649BE1F31A40}"/>
          </ac:picMkLst>
        </pc:picChg>
        <pc:picChg chg="mod">
          <ac:chgData name="Anh Tuấn" userId="9766f3d5defb976b" providerId="Windows Live" clId="Web-{CCEB2792-E1C0-91B9-9D65-C0B2821A499D}" dt="2025-11-24T12:54:48.433" v="12" actId="1076"/>
          <ac:picMkLst>
            <pc:docMk/>
            <pc:sldMk cId="3284727289" sldId="681"/>
            <ac:picMk id="7" creationId="{DAC53333-5612-A76B-44FD-E671FCE21063}"/>
          </ac:picMkLst>
        </pc:picChg>
        <pc:picChg chg="mod">
          <ac:chgData name="Anh Tuấn" userId="9766f3d5defb976b" providerId="Windows Live" clId="Web-{CCEB2792-E1C0-91B9-9D65-C0B2821A499D}" dt="2025-11-24T12:54:30.480" v="9" actId="1076"/>
          <ac:picMkLst>
            <pc:docMk/>
            <pc:sldMk cId="3284727289" sldId="681"/>
            <ac:picMk id="11" creationId="{EB8F0EE5-D356-637F-65C4-6589E29223FB}"/>
          </ac:picMkLst>
        </pc:picChg>
      </pc:sldChg>
    </pc:docChg>
  </pc:docChgLst>
  <pc:docChgLst>
    <pc:chgData name="Anh Tuấn" userId="9766f3d5defb976b" providerId="Windows Live" clId="Web-{C0D086EF-7BCB-4998-A643-B34C8EEAFFD9}"/>
    <pc:docChg chg="sldOrd">
      <pc:chgData name="Anh Tuấn" userId="9766f3d5defb976b" providerId="Windows Live" clId="Web-{C0D086EF-7BCB-4998-A643-B34C8EEAFFD9}" dt="2025-11-28T08:13:19.169" v="1"/>
      <pc:docMkLst>
        <pc:docMk/>
      </pc:docMkLst>
      <pc:sldChg chg="ord">
        <pc:chgData name="Anh Tuấn" userId="9766f3d5defb976b" providerId="Windows Live" clId="Web-{C0D086EF-7BCB-4998-A643-B34C8EEAFFD9}" dt="2025-11-28T08:13:19.169" v="1"/>
        <pc:sldMkLst>
          <pc:docMk/>
          <pc:sldMk cId="3284727289" sldId="681"/>
        </pc:sldMkLst>
      </pc:sldChg>
    </pc:docChg>
  </pc:docChgLst>
  <pc:docChgLst>
    <pc:chgData name="Guest User" providerId="Windows Live" clId="Web-{B7227D6D-71AC-55D6-3C48-ED01DADFF420}"/>
    <pc:docChg chg="modSld">
      <pc:chgData name="Guest User" userId="" providerId="Windows Live" clId="Web-{B7227D6D-71AC-55D6-3C48-ED01DADFF420}" dt="2025-11-21T14:25:36.897" v="14" actId="20577"/>
      <pc:docMkLst>
        <pc:docMk/>
      </pc:docMkLst>
      <pc:sldChg chg="modSp">
        <pc:chgData name="Guest User" userId="" providerId="Windows Live" clId="Web-{B7227D6D-71AC-55D6-3C48-ED01DADFF420}" dt="2025-11-21T14:25:36.897" v="14" actId="20577"/>
        <pc:sldMkLst>
          <pc:docMk/>
          <pc:sldMk cId="1227224867" sldId="607"/>
        </pc:sldMkLst>
      </pc:sldChg>
    </pc:docChg>
  </pc:docChgLst>
  <pc:docChgLst>
    <pc:chgData name="Thuy Trang" userId="378afdc44a3f73dd" providerId="Windows Live" clId="Web-{3CC0111D-D7B3-437B-14C9-016A17280505}"/>
    <pc:docChg chg="modSld">
      <pc:chgData name="Thuy Trang" userId="378afdc44a3f73dd" providerId="Windows Live" clId="Web-{3CC0111D-D7B3-437B-14C9-016A17280505}" dt="2025-11-21T14:40:23.339" v="109" actId="1076"/>
      <pc:docMkLst>
        <pc:docMk/>
      </pc:docMkLst>
      <pc:sldChg chg="addSp delSp modSp">
        <pc:chgData name="Thuy Trang" userId="378afdc44a3f73dd" providerId="Windows Live" clId="Web-{3CC0111D-D7B3-437B-14C9-016A17280505}" dt="2025-11-21T14:40:23.339" v="109" actId="1076"/>
        <pc:sldMkLst>
          <pc:docMk/>
          <pc:sldMk cId="1227224867" sldId="607"/>
        </pc:sldMkLst>
        <pc:spChg chg="mod">
          <ac:chgData name="Thuy Trang" userId="378afdc44a3f73dd" providerId="Windows Live" clId="Web-{3CC0111D-D7B3-437B-14C9-016A17280505}" dt="2025-11-21T14:32:50.636" v="8" actId="1076"/>
          <ac:spMkLst>
            <pc:docMk/>
            <pc:sldMk cId="1227224867" sldId="607"/>
            <ac:spMk id="4" creationId="{5B685E08-9A6C-5635-AFBA-FF7EE59A5E69}"/>
          </ac:spMkLst>
        </pc:spChg>
        <pc:spChg chg="mod">
          <ac:chgData name="Thuy Trang" userId="378afdc44a3f73dd" providerId="Windows Live" clId="Web-{3CC0111D-D7B3-437B-14C9-016A17280505}" dt="2025-11-21T14:38:24.742" v="82" actId="1076"/>
          <ac:spMkLst>
            <pc:docMk/>
            <pc:sldMk cId="1227224867" sldId="607"/>
            <ac:spMk id="8" creationId="{2F085379-FFAB-FC03-5712-D6B2B43A9C3A}"/>
          </ac:spMkLst>
        </pc:spChg>
      </pc:sldChg>
    </pc:docChg>
  </pc:docChgLst>
  <pc:docChgLst>
    <pc:chgData name="Anh Tuấn" userId="9766f3d5defb976b" providerId="Windows Live" clId="Web-{0494E599-C87B-A4CE-DCCC-463B0E8BE1DF}"/>
    <pc:docChg chg="modSld">
      <pc:chgData name="Anh Tuấn" userId="9766f3d5defb976b" providerId="Windows Live" clId="Web-{0494E599-C87B-A4CE-DCCC-463B0E8BE1DF}" dt="2025-11-29T13:19:01.114" v="23" actId="1076"/>
      <pc:docMkLst>
        <pc:docMk/>
      </pc:docMkLst>
      <pc:sldChg chg="addSp delSp modSp">
        <pc:chgData name="Anh Tuấn" userId="9766f3d5defb976b" providerId="Windows Live" clId="Web-{0494E599-C87B-A4CE-DCCC-463B0E8BE1DF}" dt="2025-11-29T13:19:01.114" v="23" actId="1076"/>
        <pc:sldMkLst>
          <pc:docMk/>
          <pc:sldMk cId="1851933342" sldId="679"/>
        </pc:sldMkLst>
        <pc:spChg chg="del mod">
          <ac:chgData name="Anh Tuấn" userId="9766f3d5defb976b" providerId="Windows Live" clId="Web-{0494E599-C87B-A4CE-DCCC-463B0E8BE1DF}" dt="2025-11-29T13:15:12.734" v="7"/>
          <ac:spMkLst>
            <pc:docMk/>
            <pc:sldMk cId="1851933342" sldId="679"/>
            <ac:spMk id="3" creationId="{3384F522-F03E-3AF1-C4F5-4D10F9A0F93E}"/>
          </ac:spMkLst>
        </pc:spChg>
        <pc:spChg chg="add del">
          <ac:chgData name="Anh Tuấn" userId="9766f3d5defb976b" providerId="Windows Live" clId="Web-{0494E599-C87B-A4CE-DCCC-463B0E8BE1DF}" dt="2025-11-29T13:18:35.504" v="15"/>
          <ac:spMkLst>
            <pc:docMk/>
            <pc:sldMk cId="1851933342" sldId="679"/>
            <ac:spMk id="6" creationId="{8BF797B9-06C8-066B-3BE4-BD42C51874ED}"/>
          </ac:spMkLst>
        </pc:spChg>
        <pc:spChg chg="add del">
          <ac:chgData name="Anh Tuấn" userId="9766f3d5defb976b" providerId="Windows Live" clId="Web-{0494E599-C87B-A4CE-DCCC-463B0E8BE1DF}" dt="2025-11-29T13:18:42.473" v="17"/>
          <ac:spMkLst>
            <pc:docMk/>
            <pc:sldMk cId="1851933342" sldId="679"/>
            <ac:spMk id="7" creationId="{67A22B93-5508-FB45-DB58-0CCB2DB4DA16}"/>
          </ac:spMkLst>
        </pc:spChg>
        <pc:spChg chg="mod">
          <ac:chgData name="Anh Tuấn" userId="9766f3d5defb976b" providerId="Windows Live" clId="Web-{0494E599-C87B-A4CE-DCCC-463B0E8BE1DF}" dt="2025-11-29T13:19:01.114" v="23" actId="1076"/>
          <ac:spMkLst>
            <pc:docMk/>
            <pc:sldMk cId="1851933342" sldId="679"/>
            <ac:spMk id="9" creationId="{3CFC5ECF-EAAA-A9C8-D681-A0D658275496}"/>
          </ac:spMkLst>
        </pc:spChg>
        <pc:spChg chg="del mod">
          <ac:chgData name="Anh Tuấn" userId="9766f3d5defb976b" providerId="Windows Live" clId="Web-{0494E599-C87B-A4CE-DCCC-463B0E8BE1DF}" dt="2025-11-29T13:15:17.797" v="10"/>
          <ac:spMkLst>
            <pc:docMk/>
            <pc:sldMk cId="1851933342" sldId="679"/>
            <ac:spMk id="13" creationId="{20CCF724-F769-A11C-A512-58A7B8F6AD6B}"/>
          </ac:spMkLst>
        </pc:spChg>
        <pc:spChg chg="del mod">
          <ac:chgData name="Anh Tuấn" userId="9766f3d5defb976b" providerId="Windows Live" clId="Web-{0494E599-C87B-A4CE-DCCC-463B0E8BE1DF}" dt="2025-11-29T13:15:10.218" v="2"/>
          <ac:spMkLst>
            <pc:docMk/>
            <pc:sldMk cId="1851933342" sldId="679"/>
            <ac:spMk id="16" creationId="{3E2F4D2C-73B3-8213-C95F-BF18C9096AF1}"/>
          </ac:spMkLst>
        </pc:spChg>
        <pc:picChg chg="add mod">
          <ac:chgData name="Anh Tuấn" userId="9766f3d5defb976b" providerId="Windows Live" clId="Web-{0494E599-C87B-A4CE-DCCC-463B0E8BE1DF}" dt="2025-11-29T13:18:20.394" v="13" actId="1076"/>
          <ac:picMkLst>
            <pc:docMk/>
            <pc:sldMk cId="1851933342" sldId="679"/>
            <ac:picMk id="4" creationId="{F545E57B-11A9-E79E-1341-2CA401053162}"/>
          </ac:picMkLst>
        </pc:picChg>
      </pc:sldChg>
    </pc:docChg>
  </pc:docChgLst>
  <pc:docChgLst>
    <pc:chgData name="Thuy Trang" userId="378afdc44a3f73dd" providerId="Windows Live" clId="Web-{1BC12252-19FF-03E2-5297-BB15E7A4CE1C}"/>
    <pc:docChg chg="modSld">
      <pc:chgData name="Thuy Trang" userId="378afdc44a3f73dd" providerId="Windows Live" clId="Web-{1BC12252-19FF-03E2-5297-BB15E7A4CE1C}" dt="2025-11-22T08:04:11.200" v="689" actId="1076"/>
      <pc:docMkLst>
        <pc:docMk/>
      </pc:docMkLst>
      <pc:sldChg chg="modSp">
        <pc:chgData name="Thuy Trang" userId="378afdc44a3f73dd" providerId="Windows Live" clId="Web-{1BC12252-19FF-03E2-5297-BB15E7A4CE1C}" dt="2025-11-22T06:55:21.936" v="444" actId="20577"/>
        <pc:sldMkLst>
          <pc:docMk/>
          <pc:sldMk cId="0" sldId="387"/>
        </pc:sldMkLst>
        <pc:spChg chg="mod">
          <ac:chgData name="Thuy Trang" userId="378afdc44a3f73dd" providerId="Windows Live" clId="Web-{1BC12252-19FF-03E2-5297-BB15E7A4CE1C}" dt="2025-11-22T05:49:14.819" v="145" actId="1076"/>
          <ac:spMkLst>
            <pc:docMk/>
            <pc:sldMk cId="0" sldId="387"/>
            <ac:spMk id="27" creationId="{F3940575-B1E2-3D2F-C954-7F090F812BE6}"/>
          </ac:spMkLst>
        </pc:spChg>
        <pc:spChg chg="mod">
          <ac:chgData name="Thuy Trang" userId="378afdc44a3f73dd" providerId="Windows Live" clId="Web-{1BC12252-19FF-03E2-5297-BB15E7A4CE1C}" dt="2025-11-22T05:49:46.321" v="148" actId="1076"/>
          <ac:spMkLst>
            <pc:docMk/>
            <pc:sldMk cId="0" sldId="387"/>
            <ac:spMk id="30" creationId="{159A29A4-58CC-0ADD-A0E2-0D899685B0B7}"/>
          </ac:spMkLst>
        </pc:spChg>
        <pc:spChg chg="mod">
          <ac:chgData name="Thuy Trang" userId="378afdc44a3f73dd" providerId="Windows Live" clId="Web-{1BC12252-19FF-03E2-5297-BB15E7A4CE1C}" dt="2025-11-22T05:49:33.320" v="146" actId="1076"/>
          <ac:spMkLst>
            <pc:docMk/>
            <pc:sldMk cId="0" sldId="387"/>
            <ac:spMk id="31" creationId="{10764699-FDB0-4656-1AE1-B42A94A0C191}"/>
          </ac:spMkLst>
        </pc:spChg>
        <pc:spChg chg="mod">
          <ac:chgData name="Thuy Trang" userId="378afdc44a3f73dd" providerId="Windows Live" clId="Web-{1BC12252-19FF-03E2-5297-BB15E7A4CE1C}" dt="2025-11-22T05:48:13.207" v="140" actId="1076"/>
          <ac:spMkLst>
            <pc:docMk/>
            <pc:sldMk cId="0" sldId="387"/>
            <ac:spMk id="32" creationId="{BDE97B5A-7272-71D3-378D-3C404ABDBE9D}"/>
          </ac:spMkLst>
        </pc:spChg>
        <pc:spChg chg="mod">
          <ac:chgData name="Thuy Trang" userId="378afdc44a3f73dd" providerId="Windows Live" clId="Web-{1BC12252-19FF-03E2-5297-BB15E7A4CE1C}" dt="2025-11-22T05:47:45.111" v="135" actId="1076"/>
          <ac:spMkLst>
            <pc:docMk/>
            <pc:sldMk cId="0" sldId="387"/>
            <ac:spMk id="34" creationId="{20331D6D-C7A7-AD72-418A-0A3B4AD57F9D}"/>
          </ac:spMkLst>
        </pc:spChg>
        <pc:spChg chg="mod">
          <ac:chgData name="Thuy Trang" userId="378afdc44a3f73dd" providerId="Windows Live" clId="Web-{1BC12252-19FF-03E2-5297-BB15E7A4CE1C}" dt="2025-11-22T05:49:38.258" v="147" actId="1076"/>
          <ac:spMkLst>
            <pc:docMk/>
            <pc:sldMk cId="0" sldId="387"/>
            <ac:spMk id="35" creationId="{03D46095-C978-9145-E5EC-6ACDFC401F58}"/>
          </ac:spMkLst>
        </pc:spChg>
        <pc:spChg chg="mod">
          <ac:chgData name="Thuy Trang" userId="378afdc44a3f73dd" providerId="Windows Live" clId="Web-{1BC12252-19FF-03E2-5297-BB15E7A4CE1C}" dt="2025-11-22T06:55:21.936" v="444" actId="20577"/>
          <ac:spMkLst>
            <pc:docMk/>
            <pc:sldMk cId="0" sldId="387"/>
            <ac:spMk id="36" creationId="{B6C919BB-F5F9-0E43-D72B-F1450700760C}"/>
          </ac:spMkLst>
        </pc:spChg>
        <pc:spChg chg="mod">
          <ac:chgData name="Thuy Trang" userId="378afdc44a3f73dd" providerId="Windows Live" clId="Web-{1BC12252-19FF-03E2-5297-BB15E7A4CE1C}" dt="2025-11-22T05:50:07.291" v="151" actId="1076"/>
          <ac:spMkLst>
            <pc:docMk/>
            <pc:sldMk cId="0" sldId="387"/>
            <ac:spMk id="37" creationId="{2BC132F1-3418-9C39-A1C6-E374B81F2FB7}"/>
          </ac:spMkLst>
        </pc:spChg>
        <pc:spChg chg="mod">
          <ac:chgData name="Thuy Trang" userId="378afdc44a3f73dd" providerId="Windows Live" clId="Web-{1BC12252-19FF-03E2-5297-BB15E7A4CE1C}" dt="2025-11-22T05:48:05.394" v="138" actId="1076"/>
          <ac:spMkLst>
            <pc:docMk/>
            <pc:sldMk cId="0" sldId="387"/>
            <ac:spMk id="38" creationId="{88B1653F-2935-002A-9519-16EB39B7F0D3}"/>
          </ac:spMkLst>
        </pc:spChg>
      </pc:sldChg>
      <pc:sldChg chg="modSp">
        <pc:chgData name="Thuy Trang" userId="378afdc44a3f73dd" providerId="Windows Live" clId="Web-{1BC12252-19FF-03E2-5297-BB15E7A4CE1C}" dt="2025-11-22T07:00:40.264" v="473" actId="20577"/>
        <pc:sldMkLst>
          <pc:docMk/>
          <pc:sldMk cId="3941142603" sldId="612"/>
        </pc:sldMkLst>
        <pc:spChg chg="mod">
          <ac:chgData name="Thuy Trang" userId="378afdc44a3f73dd" providerId="Windows Live" clId="Web-{1BC12252-19FF-03E2-5297-BB15E7A4CE1C}" dt="2025-11-22T07:00:40.264" v="473" actId="20577"/>
          <ac:spMkLst>
            <pc:docMk/>
            <pc:sldMk cId="3941142603" sldId="612"/>
            <ac:spMk id="5" creationId="{A26DE702-5737-35A1-C39D-5304514735DE}"/>
          </ac:spMkLst>
        </pc:spChg>
        <pc:spChg chg="mod">
          <ac:chgData name="Thuy Trang" userId="378afdc44a3f73dd" providerId="Windows Live" clId="Web-{1BC12252-19FF-03E2-5297-BB15E7A4CE1C}" dt="2025-11-22T05:34:52.014" v="106" actId="14100"/>
          <ac:spMkLst>
            <pc:docMk/>
            <pc:sldMk cId="3941142603" sldId="612"/>
            <ac:spMk id="7" creationId="{0781BE30-AB4D-AE0E-5CF3-0835B331BD1D}"/>
          </ac:spMkLst>
        </pc:spChg>
        <pc:spChg chg="mod">
          <ac:chgData name="Thuy Trang" userId="378afdc44a3f73dd" providerId="Windows Live" clId="Web-{1BC12252-19FF-03E2-5297-BB15E7A4CE1C}" dt="2025-11-22T06:42:40.942" v="327" actId="1076"/>
          <ac:spMkLst>
            <pc:docMk/>
            <pc:sldMk cId="3941142603" sldId="612"/>
            <ac:spMk id="12" creationId="{D78B0854-45DD-938B-D0E6-637272B17E28}"/>
          </ac:spMkLst>
        </pc:spChg>
        <pc:spChg chg="mod">
          <ac:chgData name="Thuy Trang" userId="378afdc44a3f73dd" providerId="Windows Live" clId="Web-{1BC12252-19FF-03E2-5297-BB15E7A4CE1C}" dt="2025-11-22T05:35:11.343" v="114" actId="14100"/>
          <ac:spMkLst>
            <pc:docMk/>
            <pc:sldMk cId="3941142603" sldId="612"/>
            <ac:spMk id="15" creationId="{B8FBCF7C-FC51-8D11-2968-A84D2064F107}"/>
          </ac:spMkLst>
        </pc:spChg>
        <pc:picChg chg="mod">
          <ac:chgData name="Thuy Trang" userId="378afdc44a3f73dd" providerId="Windows Live" clId="Web-{1BC12252-19FF-03E2-5297-BB15E7A4CE1C}" dt="2025-11-22T06:41:49.691" v="319" actId="14100"/>
          <ac:picMkLst>
            <pc:docMk/>
            <pc:sldMk cId="3941142603" sldId="612"/>
            <ac:picMk id="8" creationId="{66C16BD9-2DA5-E793-ACC9-A0BD61D6DA99}"/>
          </ac:picMkLst>
        </pc:picChg>
        <pc:picChg chg="mod">
          <ac:chgData name="Thuy Trang" userId="378afdc44a3f73dd" providerId="Windows Live" clId="Web-{1BC12252-19FF-03E2-5297-BB15E7A4CE1C}" dt="2025-11-22T06:42:15.176" v="323" actId="1076"/>
          <ac:picMkLst>
            <pc:docMk/>
            <pc:sldMk cId="3941142603" sldId="612"/>
            <ac:picMk id="10" creationId="{19F907D5-B23F-EB80-5EF1-55E7B0FBEB17}"/>
          </ac:picMkLst>
        </pc:picChg>
        <pc:picChg chg="mod">
          <ac:chgData name="Thuy Trang" userId="378afdc44a3f73dd" providerId="Windows Live" clId="Web-{1BC12252-19FF-03E2-5297-BB15E7A4CE1C}" dt="2025-11-22T06:42:17.129" v="324" actId="1076"/>
          <ac:picMkLst>
            <pc:docMk/>
            <pc:sldMk cId="3941142603" sldId="612"/>
            <ac:picMk id="14" creationId="{351DE711-E5FF-46F2-5371-4F19DF8136DE}"/>
          </ac:picMkLst>
        </pc:picChg>
      </pc:sldChg>
      <pc:sldChg chg="modSp">
        <pc:chgData name="Thuy Trang" userId="378afdc44a3f73dd" providerId="Windows Live" clId="Web-{1BC12252-19FF-03E2-5297-BB15E7A4CE1C}" dt="2025-11-22T07:39:32.413" v="637" actId="20577"/>
        <pc:sldMkLst>
          <pc:docMk/>
          <pc:sldMk cId="1851933342" sldId="679"/>
        </pc:sldMkLst>
        <pc:spChg chg="mod">
          <ac:chgData name="Thuy Trang" userId="378afdc44a3f73dd" providerId="Windows Live" clId="Web-{1BC12252-19FF-03E2-5297-BB15E7A4CE1C}" dt="2025-11-22T07:39:32.413" v="637" actId="20577"/>
          <ac:spMkLst>
            <pc:docMk/>
            <pc:sldMk cId="1851933342" sldId="679"/>
            <ac:spMk id="5" creationId="{8965E462-574F-437E-107D-2EBE67BCE3C2}"/>
          </ac:spMkLst>
        </pc:spChg>
        <pc:spChg chg="mod">
          <ac:chgData name="Thuy Trang" userId="378afdc44a3f73dd" providerId="Windows Live" clId="Web-{1BC12252-19FF-03E2-5297-BB15E7A4CE1C}" dt="2025-11-22T07:00:35.185" v="471" actId="20577"/>
          <ac:spMkLst>
            <pc:docMk/>
            <pc:sldMk cId="1851933342" sldId="679"/>
            <ac:spMk id="9" creationId="{3CFC5ECF-EAAA-A9C8-D681-A0D658275496}"/>
          </ac:spMkLst>
        </pc:spChg>
        <pc:spChg chg="mod">
          <ac:chgData name="Thuy Trang" userId="378afdc44a3f73dd" providerId="Windows Live" clId="Web-{1BC12252-19FF-03E2-5297-BB15E7A4CE1C}" dt="2025-11-22T06:43:19.245" v="331" actId="1076"/>
          <ac:spMkLst>
            <pc:docMk/>
            <pc:sldMk cId="1851933342" sldId="679"/>
            <ac:spMk id="12" creationId="{51076A80-6B76-F27B-7F94-3B65DB90159A}"/>
          </ac:spMkLst>
        </pc:spChg>
        <pc:spChg chg="mod">
          <ac:chgData name="Thuy Trang" userId="378afdc44a3f73dd" providerId="Windows Live" clId="Web-{1BC12252-19FF-03E2-5297-BB15E7A4CE1C}" dt="2025-11-22T05:26:24.042" v="58" actId="14100"/>
          <ac:spMkLst>
            <pc:docMk/>
            <pc:sldMk cId="1851933342" sldId="679"/>
            <ac:spMk id="13" creationId="{20CCF724-F769-A11C-A512-58A7B8F6AD6B}"/>
          </ac:spMkLst>
        </pc:spChg>
        <pc:spChg chg="mod">
          <ac:chgData name="Thuy Trang" userId="378afdc44a3f73dd" providerId="Windows Live" clId="Web-{1BC12252-19FF-03E2-5297-BB15E7A4CE1C}" dt="2025-11-22T07:05:27.552" v="530" actId="20577"/>
          <ac:spMkLst>
            <pc:docMk/>
            <pc:sldMk cId="1851933342" sldId="679"/>
            <ac:spMk id="16" creationId="{3E2F4D2C-73B3-8213-C95F-BF18C9096AF1}"/>
          </ac:spMkLst>
        </pc:spChg>
        <pc:picChg chg="mod">
          <ac:chgData name="Thuy Trang" userId="378afdc44a3f73dd" providerId="Windows Live" clId="Web-{1BC12252-19FF-03E2-5297-BB15E7A4CE1C}" dt="2025-11-22T06:43:04.526" v="328" actId="14100"/>
          <ac:picMkLst>
            <pc:docMk/>
            <pc:sldMk cId="1851933342" sldId="679"/>
            <ac:picMk id="8" creationId="{055DB737-4EB2-A57E-DB51-CD4B94444E47}"/>
          </ac:picMkLst>
        </pc:picChg>
        <pc:picChg chg="mod">
          <ac:chgData name="Thuy Trang" userId="378afdc44a3f73dd" providerId="Windows Live" clId="Web-{1BC12252-19FF-03E2-5297-BB15E7A4CE1C}" dt="2025-11-22T06:43:09.244" v="329" actId="1076"/>
          <ac:picMkLst>
            <pc:docMk/>
            <pc:sldMk cId="1851933342" sldId="679"/>
            <ac:picMk id="10" creationId="{C7590322-41E1-4FAE-0E93-80ABA58596C5}"/>
          </ac:picMkLst>
        </pc:picChg>
        <pc:picChg chg="mod">
          <ac:chgData name="Thuy Trang" userId="378afdc44a3f73dd" providerId="Windows Live" clId="Web-{1BC12252-19FF-03E2-5297-BB15E7A4CE1C}" dt="2025-11-22T06:43:12.401" v="330" actId="1076"/>
          <ac:picMkLst>
            <pc:docMk/>
            <pc:sldMk cId="1851933342" sldId="679"/>
            <ac:picMk id="14" creationId="{77EA5499-F652-5476-7A31-613FB26E3E3D}"/>
          </ac:picMkLst>
        </pc:picChg>
      </pc:sldChg>
      <pc:sldChg chg="modSp">
        <pc:chgData name="Thuy Trang" userId="378afdc44a3f73dd" providerId="Windows Live" clId="Web-{1BC12252-19FF-03E2-5297-BB15E7A4CE1C}" dt="2025-11-22T07:18:19.456" v="582" actId="14100"/>
        <pc:sldMkLst>
          <pc:docMk/>
          <pc:sldMk cId="3143650525" sldId="680"/>
        </pc:sldMkLst>
        <pc:spChg chg="mod">
          <ac:chgData name="Thuy Trang" userId="378afdc44a3f73dd" providerId="Windows Live" clId="Web-{1BC12252-19FF-03E2-5297-BB15E7A4CE1C}" dt="2025-11-22T05:52:54.828" v="166" actId="1076"/>
          <ac:spMkLst>
            <pc:docMk/>
            <pc:sldMk cId="3143650525" sldId="680"/>
            <ac:spMk id="4" creationId="{D3EBBB08-3FB6-0EA3-E0A9-3D242081D55E}"/>
          </ac:spMkLst>
        </pc:spChg>
        <pc:spChg chg="mod">
          <ac:chgData name="Thuy Trang" userId="378afdc44a3f73dd" providerId="Windows Live" clId="Web-{1BC12252-19FF-03E2-5297-BB15E7A4CE1C}" dt="2025-11-22T06:38:28.476" v="296" actId="1076"/>
          <ac:spMkLst>
            <pc:docMk/>
            <pc:sldMk cId="3143650525" sldId="680"/>
            <ac:spMk id="5" creationId="{B9A85966-A61D-E65F-2292-42D8C0407414}"/>
          </ac:spMkLst>
        </pc:spChg>
        <pc:spChg chg="mod">
          <ac:chgData name="Thuy Trang" userId="378afdc44a3f73dd" providerId="Windows Live" clId="Web-{1BC12252-19FF-03E2-5297-BB15E7A4CE1C}" dt="2025-11-22T06:55:06.794" v="442" actId="1076"/>
          <ac:spMkLst>
            <pc:docMk/>
            <pc:sldMk cId="3143650525" sldId="680"/>
            <ac:spMk id="6" creationId="{67E796D2-252E-49A0-9ACA-8DD55C1772D9}"/>
          </ac:spMkLst>
        </pc:spChg>
        <pc:spChg chg="mod">
          <ac:chgData name="Thuy Trang" userId="378afdc44a3f73dd" providerId="Windows Live" clId="Web-{1BC12252-19FF-03E2-5297-BB15E7A4CE1C}" dt="2025-11-22T05:51:55.795" v="153" actId="1076"/>
          <ac:spMkLst>
            <pc:docMk/>
            <pc:sldMk cId="3143650525" sldId="680"/>
            <ac:spMk id="7" creationId="{2A6996E7-E047-14BF-B8EC-F91A44B5EC76}"/>
          </ac:spMkLst>
        </pc:spChg>
        <pc:spChg chg="mod">
          <ac:chgData name="Thuy Trang" userId="378afdc44a3f73dd" providerId="Windows Live" clId="Web-{1BC12252-19FF-03E2-5297-BB15E7A4CE1C}" dt="2025-11-22T07:00:12.747" v="463" actId="20577"/>
          <ac:spMkLst>
            <pc:docMk/>
            <pc:sldMk cId="3143650525" sldId="680"/>
            <ac:spMk id="9" creationId="{939B6152-4812-7217-C80E-CF68956555CA}"/>
          </ac:spMkLst>
        </pc:spChg>
        <pc:spChg chg="mod">
          <ac:chgData name="Thuy Trang" userId="378afdc44a3f73dd" providerId="Windows Live" clId="Web-{1BC12252-19FF-03E2-5297-BB15E7A4CE1C}" dt="2025-11-22T05:57:37.276" v="198" actId="1076"/>
          <ac:spMkLst>
            <pc:docMk/>
            <pc:sldMk cId="3143650525" sldId="680"/>
            <ac:spMk id="11" creationId="{CA789796-96D3-6F36-23B5-6B15F1419DF6}"/>
          </ac:spMkLst>
        </pc:spChg>
        <pc:spChg chg="mod">
          <ac:chgData name="Thuy Trang" userId="378afdc44a3f73dd" providerId="Windows Live" clId="Web-{1BC12252-19FF-03E2-5297-BB15E7A4CE1C}" dt="2025-11-22T05:56:58.713" v="193" actId="1076"/>
          <ac:spMkLst>
            <pc:docMk/>
            <pc:sldMk cId="3143650525" sldId="680"/>
            <ac:spMk id="15" creationId="{8218823F-B397-E8DD-DAA8-14187B7B233A}"/>
          </ac:spMkLst>
        </pc:spChg>
        <pc:spChg chg="mod">
          <ac:chgData name="Thuy Trang" userId="378afdc44a3f73dd" providerId="Windows Live" clId="Web-{1BC12252-19FF-03E2-5297-BB15E7A4CE1C}" dt="2025-11-22T05:56:49.525" v="191" actId="1076"/>
          <ac:spMkLst>
            <pc:docMk/>
            <pc:sldMk cId="3143650525" sldId="680"/>
            <ac:spMk id="16" creationId="{B06FA6C7-F3DB-7C06-FF7F-FF20F4C364BE}"/>
          </ac:spMkLst>
        </pc:spChg>
        <pc:spChg chg="mod">
          <ac:chgData name="Thuy Trang" userId="378afdc44a3f73dd" providerId="Windows Live" clId="Web-{1BC12252-19FF-03E2-5297-BB15E7A4CE1C}" dt="2025-11-22T05:57:16.838" v="196" actId="1076"/>
          <ac:spMkLst>
            <pc:docMk/>
            <pc:sldMk cId="3143650525" sldId="680"/>
            <ac:spMk id="17" creationId="{9D8DB9E2-4FFA-DF74-6F86-97D9E2BAD7AA}"/>
          </ac:spMkLst>
        </pc:spChg>
        <pc:spChg chg="mod">
          <ac:chgData name="Thuy Trang" userId="378afdc44a3f73dd" providerId="Windows Live" clId="Web-{1BC12252-19FF-03E2-5297-BB15E7A4CE1C}" dt="2025-11-22T05:57:11.276" v="195" actId="1076"/>
          <ac:spMkLst>
            <pc:docMk/>
            <pc:sldMk cId="3143650525" sldId="680"/>
            <ac:spMk id="19" creationId="{3A34F59A-0482-AE59-7741-711FA9F62F7E}"/>
          </ac:spMkLst>
        </pc:spChg>
        <pc:spChg chg="mod">
          <ac:chgData name="Thuy Trang" userId="378afdc44a3f73dd" providerId="Windows Live" clId="Web-{1BC12252-19FF-03E2-5297-BB15E7A4CE1C}" dt="2025-11-22T05:56:41.806" v="190" actId="1076"/>
          <ac:spMkLst>
            <pc:docMk/>
            <pc:sldMk cId="3143650525" sldId="680"/>
            <ac:spMk id="20" creationId="{0558C342-4360-A239-F7C1-28A5AD0208F1}"/>
          </ac:spMkLst>
        </pc:spChg>
        <pc:picChg chg="mod">
          <ac:chgData name="Thuy Trang" userId="378afdc44a3f73dd" providerId="Windows Live" clId="Web-{1BC12252-19FF-03E2-5297-BB15E7A4CE1C}" dt="2025-11-22T07:18:19.456" v="582" actId="14100"/>
          <ac:picMkLst>
            <pc:docMk/>
            <pc:sldMk cId="3143650525" sldId="680"/>
            <ac:picMk id="3" creationId="{8C84C2D2-EF94-DABD-4805-2219F14E54FB}"/>
          </ac:picMkLst>
        </pc:picChg>
        <pc:picChg chg="mod">
          <ac:chgData name="Thuy Trang" userId="378afdc44a3f73dd" providerId="Windows Live" clId="Web-{1BC12252-19FF-03E2-5297-BB15E7A4CE1C}" dt="2025-11-22T06:23:16.276" v="245" actId="1076"/>
          <ac:picMkLst>
            <pc:docMk/>
            <pc:sldMk cId="3143650525" sldId="680"/>
            <ac:picMk id="10" creationId="{CB9564A9-4CD9-8075-B65A-9CA99329011A}"/>
          </ac:picMkLst>
        </pc:picChg>
        <pc:cxnChg chg="mod">
          <ac:chgData name="Thuy Trang" userId="378afdc44a3f73dd" providerId="Windows Live" clId="Web-{1BC12252-19FF-03E2-5297-BB15E7A4CE1C}" dt="2025-11-22T06:39:02.197" v="299" actId="1076"/>
          <ac:cxnSpMkLst>
            <pc:docMk/>
            <pc:sldMk cId="3143650525" sldId="680"/>
            <ac:cxnSpMk id="8" creationId="{CE3B58EF-D9AD-78A7-D8A1-C9E8E86C733D}"/>
          </ac:cxnSpMkLst>
        </pc:cxnChg>
      </pc:sldChg>
      <pc:sldChg chg="addSp delSp modSp">
        <pc:chgData name="Thuy Trang" userId="378afdc44a3f73dd" providerId="Windows Live" clId="Web-{1BC12252-19FF-03E2-5297-BB15E7A4CE1C}" dt="2025-11-22T07:50:41.271" v="680" actId="1076"/>
        <pc:sldMkLst>
          <pc:docMk/>
          <pc:sldMk cId="3284727289" sldId="681"/>
        </pc:sldMkLst>
        <pc:spChg chg="mod">
          <ac:chgData name="Thuy Trang" userId="378afdc44a3f73dd" providerId="Windows Live" clId="Web-{1BC12252-19FF-03E2-5297-BB15E7A4CE1C}" dt="2025-11-22T07:49:43.002" v="675" actId="1076"/>
          <ac:spMkLst>
            <pc:docMk/>
            <pc:sldMk cId="3284727289" sldId="681"/>
            <ac:spMk id="4" creationId="{8A5423D1-4091-08C2-A77B-F23E4C33EDE4}"/>
          </ac:spMkLst>
        </pc:spChg>
        <pc:spChg chg="mod">
          <ac:chgData name="Thuy Trang" userId="378afdc44a3f73dd" providerId="Windows Live" clId="Web-{1BC12252-19FF-03E2-5297-BB15E7A4CE1C}" dt="2025-11-22T07:50:41.271" v="680" actId="1076"/>
          <ac:spMkLst>
            <pc:docMk/>
            <pc:sldMk cId="3284727289" sldId="681"/>
            <ac:spMk id="5" creationId="{84ADC237-FA36-9CBF-7DFC-224E786F016C}"/>
          </ac:spMkLst>
        </pc:spChg>
        <pc:spChg chg="mod">
          <ac:chgData name="Thuy Trang" userId="378afdc44a3f73dd" providerId="Windows Live" clId="Web-{1BC12252-19FF-03E2-5297-BB15E7A4CE1C}" dt="2025-11-22T07:50:14.535" v="677" actId="1076"/>
          <ac:spMkLst>
            <pc:docMk/>
            <pc:sldMk cId="3284727289" sldId="681"/>
            <ac:spMk id="6" creationId="{9F8D200B-4A33-04A4-53C2-832A3C2F70FC}"/>
          </ac:spMkLst>
        </pc:spChg>
        <pc:spChg chg="mod">
          <ac:chgData name="Thuy Trang" userId="378afdc44a3f73dd" providerId="Windows Live" clId="Web-{1BC12252-19FF-03E2-5297-BB15E7A4CE1C}" dt="2025-11-22T07:01:58.141" v="482" actId="20577"/>
          <ac:spMkLst>
            <pc:docMk/>
            <pc:sldMk cId="3284727289" sldId="681"/>
            <ac:spMk id="9" creationId="{48AD2A22-D09D-1BCA-F6A5-ECDA2F62215D}"/>
          </ac:spMkLst>
        </pc:spChg>
        <pc:spChg chg="mod">
          <ac:chgData name="Thuy Trang" userId="378afdc44a3f73dd" providerId="Windows Live" clId="Web-{1BC12252-19FF-03E2-5297-BB15E7A4CE1C}" dt="2025-11-22T07:49:29.344" v="674" actId="1076"/>
          <ac:spMkLst>
            <pc:docMk/>
            <pc:sldMk cId="3284727289" sldId="681"/>
            <ac:spMk id="10" creationId="{E13E68A9-0F5D-B68F-9AB5-DB47A99425A0}"/>
          </ac:spMkLst>
        </pc:spChg>
        <pc:spChg chg="add mod">
          <ac:chgData name="Thuy Trang" userId="378afdc44a3f73dd" providerId="Windows Live" clId="Web-{1BC12252-19FF-03E2-5297-BB15E7A4CE1C}" dt="2025-11-22T07:48:14.684" v="667" actId="20577"/>
          <ac:spMkLst>
            <pc:docMk/>
            <pc:sldMk cId="3284727289" sldId="681"/>
            <ac:spMk id="13" creationId="{786998AD-8974-EA15-4FCD-CDB37139A51B}"/>
          </ac:spMkLst>
        </pc:spChg>
        <pc:spChg chg="add mod">
          <ac:chgData name="Thuy Trang" userId="378afdc44a3f73dd" providerId="Windows Live" clId="Web-{1BC12252-19FF-03E2-5297-BB15E7A4CE1C}" dt="2025-11-22T07:48:39.715" v="671" actId="1076"/>
          <ac:spMkLst>
            <pc:docMk/>
            <pc:sldMk cId="3284727289" sldId="681"/>
            <ac:spMk id="14" creationId="{F4D1C5C6-5326-EB17-2062-8A0B8DD7D3E8}"/>
          </ac:spMkLst>
        </pc:spChg>
        <pc:picChg chg="mod">
          <ac:chgData name="Thuy Trang" userId="378afdc44a3f73dd" providerId="Windows Live" clId="Web-{1BC12252-19FF-03E2-5297-BB15E7A4CE1C}" dt="2025-11-22T07:16:18.212" v="576" actId="14100"/>
          <ac:picMkLst>
            <pc:docMk/>
            <pc:sldMk cId="3284727289" sldId="681"/>
            <ac:picMk id="2" creationId="{25A0D3A3-3B98-9418-4D6B-650BBBAD3E80}"/>
          </ac:picMkLst>
        </pc:picChg>
        <pc:picChg chg="mod">
          <ac:chgData name="Thuy Trang" userId="378afdc44a3f73dd" providerId="Windows Live" clId="Web-{1BC12252-19FF-03E2-5297-BB15E7A4CE1C}" dt="2025-11-22T07:47:31.043" v="663" actId="14100"/>
          <ac:picMkLst>
            <pc:docMk/>
            <pc:sldMk cId="3284727289" sldId="681"/>
            <ac:picMk id="3" creationId="{F184CB94-E604-DA75-400B-649BE1F31A40}"/>
          </ac:picMkLst>
        </pc:picChg>
        <pc:picChg chg="mod">
          <ac:chgData name="Thuy Trang" userId="378afdc44a3f73dd" providerId="Windows Live" clId="Web-{1BC12252-19FF-03E2-5297-BB15E7A4CE1C}" dt="2025-11-22T07:11:46.025" v="557" actId="1076"/>
          <ac:picMkLst>
            <pc:docMk/>
            <pc:sldMk cId="3284727289" sldId="681"/>
            <ac:picMk id="7" creationId="{DAC53333-5612-A76B-44FD-E671FCE21063}"/>
          </ac:picMkLst>
        </pc:picChg>
        <pc:picChg chg="mod">
          <ac:chgData name="Thuy Trang" userId="378afdc44a3f73dd" providerId="Windows Live" clId="Web-{1BC12252-19FF-03E2-5297-BB15E7A4CE1C}" dt="2025-11-22T07:16:36.291" v="577" actId="1076"/>
          <ac:picMkLst>
            <pc:docMk/>
            <pc:sldMk cId="3284727289" sldId="681"/>
            <ac:picMk id="11" creationId="{EB8F0EE5-D356-637F-65C4-6589E29223FB}"/>
          </ac:picMkLst>
        </pc:picChg>
        <pc:cxnChg chg="mod">
          <ac:chgData name="Thuy Trang" userId="378afdc44a3f73dd" providerId="Windows Live" clId="Web-{1BC12252-19FF-03E2-5297-BB15E7A4CE1C}" dt="2025-11-22T07:50:09.441" v="676" actId="1076"/>
          <ac:cxnSpMkLst>
            <pc:docMk/>
            <pc:sldMk cId="3284727289" sldId="681"/>
            <ac:cxnSpMk id="8" creationId="{40F0CC1A-5E26-160C-5CF8-CC5DCC3B8130}"/>
          </ac:cxnSpMkLst>
        </pc:cxnChg>
      </pc:sldChg>
      <pc:sldChg chg="modSp">
        <pc:chgData name="Thuy Trang" userId="378afdc44a3f73dd" providerId="Windows Live" clId="Web-{1BC12252-19FF-03E2-5297-BB15E7A4CE1C}" dt="2025-11-22T07:40:10.648" v="641" actId="1076"/>
        <pc:sldMkLst>
          <pc:docMk/>
          <pc:sldMk cId="2406485433" sldId="682"/>
        </pc:sldMkLst>
        <pc:spChg chg="mod">
          <ac:chgData name="Thuy Trang" userId="378afdc44a3f73dd" providerId="Windows Live" clId="Web-{1BC12252-19FF-03E2-5297-BB15E7A4CE1C}" dt="2025-11-22T06:36:49.843" v="286" actId="1076"/>
          <ac:spMkLst>
            <pc:docMk/>
            <pc:sldMk cId="2406485433" sldId="682"/>
            <ac:spMk id="5" creationId="{E03074AE-F8FF-FEFA-9A99-4052CB71EF18}"/>
          </ac:spMkLst>
        </pc:spChg>
        <pc:spChg chg="mod">
          <ac:chgData name="Thuy Trang" userId="378afdc44a3f73dd" providerId="Windows Live" clId="Web-{1BC12252-19FF-03E2-5297-BB15E7A4CE1C}" dt="2025-11-22T06:54:43.370" v="438" actId="20577"/>
          <ac:spMkLst>
            <pc:docMk/>
            <pc:sldMk cId="2406485433" sldId="682"/>
            <ac:spMk id="6" creationId="{51252BFB-311C-7A39-5AEF-25301C24B339}"/>
          </ac:spMkLst>
        </pc:spChg>
        <pc:spChg chg="mod">
          <ac:chgData name="Thuy Trang" userId="378afdc44a3f73dd" providerId="Windows Live" clId="Web-{1BC12252-19FF-03E2-5297-BB15E7A4CE1C}" dt="2025-11-22T07:00:05.075" v="461" actId="20577"/>
          <ac:spMkLst>
            <pc:docMk/>
            <pc:sldMk cId="2406485433" sldId="682"/>
            <ac:spMk id="9" creationId="{870B489E-0D18-FE06-17BE-E486D74B515F}"/>
          </ac:spMkLst>
        </pc:spChg>
        <pc:picChg chg="mod">
          <ac:chgData name="Thuy Trang" userId="378afdc44a3f73dd" providerId="Windows Live" clId="Web-{1BC12252-19FF-03E2-5297-BB15E7A4CE1C}" dt="2025-11-22T06:38:43.633" v="297" actId="14100"/>
          <ac:picMkLst>
            <pc:docMk/>
            <pc:sldMk cId="2406485433" sldId="682"/>
            <ac:picMk id="3" creationId="{2273B32B-8CD7-E112-FAA2-C7168D731544}"/>
          </ac:picMkLst>
        </pc:picChg>
        <pc:picChg chg="mod">
          <ac:chgData name="Thuy Trang" userId="378afdc44a3f73dd" providerId="Windows Live" clId="Web-{1BC12252-19FF-03E2-5297-BB15E7A4CE1C}" dt="2025-11-22T07:40:04.648" v="640" actId="1076"/>
          <ac:picMkLst>
            <pc:docMk/>
            <pc:sldMk cId="2406485433" sldId="682"/>
            <ac:picMk id="7" creationId="{7F6546B2-3EB4-1BC8-6186-A5EDC48B0C68}"/>
          </ac:picMkLst>
        </pc:picChg>
        <pc:picChg chg="mod">
          <ac:chgData name="Thuy Trang" userId="378afdc44a3f73dd" providerId="Windows Live" clId="Web-{1BC12252-19FF-03E2-5297-BB15E7A4CE1C}" dt="2025-11-22T07:39:54.507" v="638" actId="1076"/>
          <ac:picMkLst>
            <pc:docMk/>
            <pc:sldMk cId="2406485433" sldId="682"/>
            <ac:picMk id="11" creationId="{CE2F029D-F393-B868-86B2-5AA4E446751C}"/>
          </ac:picMkLst>
        </pc:picChg>
        <pc:picChg chg="mod">
          <ac:chgData name="Thuy Trang" userId="378afdc44a3f73dd" providerId="Windows Live" clId="Web-{1BC12252-19FF-03E2-5297-BB15E7A4CE1C}" dt="2025-11-22T07:39:59.070" v="639" actId="1076"/>
          <ac:picMkLst>
            <pc:docMk/>
            <pc:sldMk cId="2406485433" sldId="682"/>
            <ac:picMk id="13" creationId="{6813DE53-A389-E0C5-92A8-695558F47293}"/>
          </ac:picMkLst>
        </pc:picChg>
        <pc:picChg chg="mod">
          <ac:chgData name="Thuy Trang" userId="378afdc44a3f73dd" providerId="Windows Live" clId="Web-{1BC12252-19FF-03E2-5297-BB15E7A4CE1C}" dt="2025-11-22T07:40:10.648" v="641" actId="1076"/>
          <ac:picMkLst>
            <pc:docMk/>
            <pc:sldMk cId="2406485433" sldId="682"/>
            <ac:picMk id="16" creationId="{18C65145-3037-3363-E073-924137762D31}"/>
          </ac:picMkLst>
        </pc:picChg>
        <pc:cxnChg chg="mod">
          <ac:chgData name="Thuy Trang" userId="378afdc44a3f73dd" providerId="Windows Live" clId="Web-{1BC12252-19FF-03E2-5297-BB15E7A4CE1C}" dt="2025-11-22T06:39:47.981" v="305" actId="1076"/>
          <ac:cxnSpMkLst>
            <pc:docMk/>
            <pc:sldMk cId="2406485433" sldId="682"/>
            <ac:cxnSpMk id="8" creationId="{D4D6D769-9CBD-2489-A13A-0F5443C64E82}"/>
          </ac:cxnSpMkLst>
        </pc:cxnChg>
      </pc:sldChg>
      <pc:sldChg chg="modSp">
        <pc:chgData name="Thuy Trang" userId="378afdc44a3f73dd" providerId="Windows Live" clId="Web-{1BC12252-19FF-03E2-5297-BB15E7A4CE1C}" dt="2025-11-22T07:00:21.794" v="465" actId="20577"/>
        <pc:sldMkLst>
          <pc:docMk/>
          <pc:sldMk cId="153513012" sldId="685"/>
        </pc:sldMkLst>
        <pc:spChg chg="mod">
          <ac:chgData name="Thuy Trang" userId="378afdc44a3f73dd" providerId="Windows Live" clId="Web-{1BC12252-19FF-03E2-5297-BB15E7A4CE1C}" dt="2025-11-22T05:40:13.912" v="134" actId="1076"/>
          <ac:spMkLst>
            <pc:docMk/>
            <pc:sldMk cId="153513012" sldId="685"/>
            <ac:spMk id="2" creationId="{67CE9412-2948-54C8-7C51-495366F88E1F}"/>
          </ac:spMkLst>
        </pc:spChg>
        <pc:spChg chg="mod">
          <ac:chgData name="Thuy Trang" userId="378afdc44a3f73dd" providerId="Windows Live" clId="Web-{1BC12252-19FF-03E2-5297-BB15E7A4CE1C}" dt="2025-11-22T05:39:49.787" v="132" actId="1076"/>
          <ac:spMkLst>
            <pc:docMk/>
            <pc:sldMk cId="153513012" sldId="685"/>
            <ac:spMk id="4" creationId="{FF59399E-2C2E-D73C-2724-294F030128C7}"/>
          </ac:spMkLst>
        </pc:spChg>
        <pc:spChg chg="mod">
          <ac:chgData name="Thuy Trang" userId="378afdc44a3f73dd" providerId="Windows Live" clId="Web-{1BC12252-19FF-03E2-5297-BB15E7A4CE1C}" dt="2025-11-22T05:31:01.504" v="95" actId="20577"/>
          <ac:spMkLst>
            <pc:docMk/>
            <pc:sldMk cId="153513012" sldId="685"/>
            <ac:spMk id="6" creationId="{40A38E4D-3E35-CA6D-2941-473121122234}"/>
          </ac:spMkLst>
        </pc:spChg>
        <pc:spChg chg="mod">
          <ac:chgData name="Thuy Trang" userId="378afdc44a3f73dd" providerId="Windows Live" clId="Web-{1BC12252-19FF-03E2-5297-BB15E7A4CE1C}" dt="2025-11-22T07:00:21.794" v="465" actId="20577"/>
          <ac:spMkLst>
            <pc:docMk/>
            <pc:sldMk cId="153513012" sldId="685"/>
            <ac:spMk id="7" creationId="{992D82C0-A543-A864-A2E5-F8959CC04E04}"/>
          </ac:spMkLst>
        </pc:spChg>
        <pc:spChg chg="mod">
          <ac:chgData name="Thuy Trang" userId="378afdc44a3f73dd" providerId="Windows Live" clId="Web-{1BC12252-19FF-03E2-5297-BB15E7A4CE1C}" dt="2025-11-22T07:00:19.716" v="464" actId="20577"/>
          <ac:spMkLst>
            <pc:docMk/>
            <pc:sldMk cId="153513012" sldId="685"/>
            <ac:spMk id="9" creationId="{997B2CA8-C8C7-9F87-BBA1-FE3809287D94}"/>
          </ac:spMkLst>
        </pc:spChg>
        <pc:picChg chg="mod">
          <ac:chgData name="Thuy Trang" userId="378afdc44a3f73dd" providerId="Windows Live" clId="Web-{1BC12252-19FF-03E2-5297-BB15E7A4CE1C}" dt="2025-11-22T05:29:18.637" v="79" actId="1076"/>
          <ac:picMkLst>
            <pc:docMk/>
            <pc:sldMk cId="153513012" sldId="685"/>
            <ac:picMk id="3" creationId="{4942B1D5-AAC4-1904-F2AE-AA184A8C6C45}"/>
          </ac:picMkLst>
        </pc:picChg>
        <pc:cxnChg chg="mod">
          <ac:chgData name="Thuy Trang" userId="378afdc44a3f73dd" providerId="Windows Live" clId="Web-{1BC12252-19FF-03E2-5297-BB15E7A4CE1C}" dt="2025-11-22T05:26:33.339" v="59" actId="14100"/>
          <ac:cxnSpMkLst>
            <pc:docMk/>
            <pc:sldMk cId="153513012" sldId="685"/>
            <ac:cxnSpMk id="8" creationId="{4E9DE049-DD96-E87D-407F-7115A94FA9CD}"/>
          </ac:cxnSpMkLst>
        </pc:cxnChg>
      </pc:sldChg>
      <pc:sldChg chg="modSp">
        <pc:chgData name="Thuy Trang" userId="378afdc44a3f73dd" providerId="Windows Live" clId="Web-{1BC12252-19FF-03E2-5297-BB15E7A4CE1C}" dt="2025-11-22T07:40:36.367" v="642" actId="14100"/>
        <pc:sldMkLst>
          <pc:docMk/>
          <pc:sldMk cId="3147159792" sldId="686"/>
        </pc:sldMkLst>
        <pc:spChg chg="mod">
          <ac:chgData name="Thuy Trang" userId="378afdc44a3f73dd" providerId="Windows Live" clId="Web-{1BC12252-19FF-03E2-5297-BB15E7A4CE1C}" dt="2025-11-22T06:54:38.792" v="437" actId="20577"/>
          <ac:spMkLst>
            <pc:docMk/>
            <pc:sldMk cId="3147159792" sldId="686"/>
            <ac:spMk id="6" creationId="{9F84E50A-C17F-CF72-D57A-96482A52ABD1}"/>
          </ac:spMkLst>
        </pc:spChg>
        <pc:spChg chg="mod">
          <ac:chgData name="Thuy Trang" userId="378afdc44a3f73dd" providerId="Windows Live" clId="Web-{1BC12252-19FF-03E2-5297-BB15E7A4CE1C}" dt="2025-11-22T06:59:52.965" v="455" actId="20577"/>
          <ac:spMkLst>
            <pc:docMk/>
            <pc:sldMk cId="3147159792" sldId="686"/>
            <ac:spMk id="9" creationId="{DD57FCEC-B80C-D4D4-1BDF-02D050E3D17E}"/>
          </ac:spMkLst>
        </pc:spChg>
        <pc:picChg chg="mod">
          <ac:chgData name="Thuy Trang" userId="378afdc44a3f73dd" providerId="Windows Live" clId="Web-{1BC12252-19FF-03E2-5297-BB15E7A4CE1C}" dt="2025-11-22T06:49:35.457" v="407" actId="1076"/>
          <ac:picMkLst>
            <pc:docMk/>
            <pc:sldMk cId="3147159792" sldId="686"/>
            <ac:picMk id="2" creationId="{83C0786E-38E8-AC51-FDFC-8244DA47FFC0}"/>
          </ac:picMkLst>
        </pc:picChg>
        <pc:picChg chg="mod">
          <ac:chgData name="Thuy Trang" userId="378afdc44a3f73dd" providerId="Windows Live" clId="Web-{1BC12252-19FF-03E2-5297-BB15E7A4CE1C}" dt="2025-11-22T06:45:04.342" v="351" actId="1076"/>
          <ac:picMkLst>
            <pc:docMk/>
            <pc:sldMk cId="3147159792" sldId="686"/>
            <ac:picMk id="3" creationId="{D08295B4-17E0-D471-A04D-45411A4DC2F0}"/>
          </ac:picMkLst>
        </pc:picChg>
        <pc:picChg chg="mod">
          <ac:chgData name="Thuy Trang" userId="378afdc44a3f73dd" providerId="Windows Live" clId="Web-{1BC12252-19FF-03E2-5297-BB15E7A4CE1C}" dt="2025-11-22T06:48:30.362" v="394" actId="1076"/>
          <ac:picMkLst>
            <pc:docMk/>
            <pc:sldMk cId="3147159792" sldId="686"/>
            <ac:picMk id="4" creationId="{70DFD689-2BC3-AA19-E0B1-31CEFCEB2EE7}"/>
          </ac:picMkLst>
        </pc:picChg>
        <pc:picChg chg="mod">
          <ac:chgData name="Thuy Trang" userId="378afdc44a3f73dd" providerId="Windows Live" clId="Web-{1BC12252-19FF-03E2-5297-BB15E7A4CE1C}" dt="2025-11-22T06:48:37.081" v="396" actId="1076"/>
          <ac:picMkLst>
            <pc:docMk/>
            <pc:sldMk cId="3147159792" sldId="686"/>
            <ac:picMk id="10" creationId="{3CB823EE-9F12-2BC7-C7DB-E244017DD767}"/>
          </ac:picMkLst>
        </pc:picChg>
        <pc:picChg chg="mod">
          <ac:chgData name="Thuy Trang" userId="378afdc44a3f73dd" providerId="Windows Live" clId="Web-{1BC12252-19FF-03E2-5297-BB15E7A4CE1C}" dt="2025-11-22T06:48:55.706" v="401" actId="1076"/>
          <ac:picMkLst>
            <pc:docMk/>
            <pc:sldMk cId="3147159792" sldId="686"/>
            <ac:picMk id="12" creationId="{B30757CF-85F5-C94C-0BC9-E10EF34BCB82}"/>
          </ac:picMkLst>
        </pc:picChg>
        <pc:picChg chg="mod">
          <ac:chgData name="Thuy Trang" userId="378afdc44a3f73dd" providerId="Windows Live" clId="Web-{1BC12252-19FF-03E2-5297-BB15E7A4CE1C}" dt="2025-11-22T06:48:16.924" v="391" actId="14100"/>
          <ac:picMkLst>
            <pc:docMk/>
            <pc:sldMk cId="3147159792" sldId="686"/>
            <ac:picMk id="14" creationId="{9EF731B0-D7B7-E59A-4366-53603DBF5BFB}"/>
          </ac:picMkLst>
        </pc:picChg>
        <pc:picChg chg="mod">
          <ac:chgData name="Thuy Trang" userId="378afdc44a3f73dd" providerId="Windows Live" clId="Web-{1BC12252-19FF-03E2-5297-BB15E7A4CE1C}" dt="2025-11-22T06:48:45.300" v="398" actId="1076"/>
          <ac:picMkLst>
            <pc:docMk/>
            <pc:sldMk cId="3147159792" sldId="686"/>
            <ac:picMk id="15" creationId="{3E528317-C4D3-E518-1DC4-B11D6D98652B}"/>
          </ac:picMkLst>
        </pc:picChg>
        <pc:picChg chg="mod">
          <ac:chgData name="Thuy Trang" userId="378afdc44a3f73dd" providerId="Windows Live" clId="Web-{1BC12252-19FF-03E2-5297-BB15E7A4CE1C}" dt="2025-11-22T07:40:36.367" v="642" actId="14100"/>
          <ac:picMkLst>
            <pc:docMk/>
            <pc:sldMk cId="3147159792" sldId="686"/>
            <ac:picMk id="17" creationId="{EB48CC06-70F9-8BF4-64D2-A5CEA306DE61}"/>
          </ac:picMkLst>
        </pc:picChg>
        <pc:cxnChg chg="mod">
          <ac:chgData name="Thuy Trang" userId="378afdc44a3f73dd" providerId="Windows Live" clId="Web-{1BC12252-19FF-03E2-5297-BB15E7A4CE1C}" dt="2025-11-22T06:47:52.627" v="386" actId="1076"/>
          <ac:cxnSpMkLst>
            <pc:docMk/>
            <pc:sldMk cId="3147159792" sldId="686"/>
            <ac:cxnSpMk id="8" creationId="{B23F96A3-AC32-2283-3C23-190E2EE4E109}"/>
          </ac:cxnSpMkLst>
        </pc:cxnChg>
      </pc:sldChg>
      <pc:sldChg chg="addSp modSp">
        <pc:chgData name="Thuy Trang" userId="378afdc44a3f73dd" providerId="Windows Live" clId="Web-{1BC12252-19FF-03E2-5297-BB15E7A4CE1C}" dt="2025-11-22T08:04:11.200" v="689" actId="1076"/>
        <pc:sldMkLst>
          <pc:docMk/>
          <pc:sldMk cId="3218976205" sldId="687"/>
        </pc:sldMkLst>
        <pc:spChg chg="mod">
          <ac:chgData name="Thuy Trang" userId="378afdc44a3f73dd" providerId="Windows Live" clId="Web-{1BC12252-19FF-03E2-5297-BB15E7A4CE1C}" dt="2025-11-22T07:51:40.585" v="685" actId="1076"/>
          <ac:spMkLst>
            <pc:docMk/>
            <pc:sldMk cId="3218976205" sldId="687"/>
            <ac:spMk id="5" creationId="{88398FB4-73FE-923B-8B8E-5F816F31F294}"/>
          </ac:spMkLst>
        </pc:spChg>
        <pc:spChg chg="mod">
          <ac:chgData name="Thuy Trang" userId="378afdc44a3f73dd" providerId="Windows Live" clId="Web-{1BC12252-19FF-03E2-5297-BB15E7A4CE1C}" dt="2025-11-22T07:51:17.069" v="683" actId="1076"/>
          <ac:spMkLst>
            <pc:docMk/>
            <pc:sldMk cId="3218976205" sldId="687"/>
            <ac:spMk id="6" creationId="{A0586A83-5EF0-C42F-E2AE-972B7FE42580}"/>
          </ac:spMkLst>
        </pc:spChg>
        <pc:spChg chg="mod">
          <ac:chgData name="Thuy Trang" userId="378afdc44a3f73dd" providerId="Windows Live" clId="Web-{1BC12252-19FF-03E2-5297-BB15E7A4CE1C}" dt="2025-11-22T07:35:38.022" v="594" actId="14100"/>
          <ac:spMkLst>
            <pc:docMk/>
            <pc:sldMk cId="3218976205" sldId="687"/>
            <ac:spMk id="9" creationId="{99573BAA-50FA-E0B1-6734-B6E7C69EAAC1}"/>
          </ac:spMkLst>
        </pc:spChg>
        <pc:spChg chg="mod">
          <ac:chgData name="Thuy Trang" userId="378afdc44a3f73dd" providerId="Windows Live" clId="Web-{1BC12252-19FF-03E2-5297-BB15E7A4CE1C}" dt="2025-11-22T08:04:11.200" v="689" actId="1076"/>
          <ac:spMkLst>
            <pc:docMk/>
            <pc:sldMk cId="3218976205" sldId="687"/>
            <ac:spMk id="10" creationId="{6879BDF2-62B9-E508-68CD-B1D00A3DBD7B}"/>
          </ac:spMkLst>
        </pc:spChg>
        <pc:spChg chg="add mod">
          <ac:chgData name="Thuy Trang" userId="378afdc44a3f73dd" providerId="Windows Live" clId="Web-{1BC12252-19FF-03E2-5297-BB15E7A4CE1C}" dt="2025-11-22T07:37:33.319" v="627" actId="1076"/>
          <ac:spMkLst>
            <pc:docMk/>
            <pc:sldMk cId="3218976205" sldId="687"/>
            <ac:spMk id="11" creationId="{E16FDA65-2CB1-EF50-0BB5-887D3012726C}"/>
          </ac:spMkLst>
        </pc:spChg>
        <pc:picChg chg="mod">
          <ac:chgData name="Thuy Trang" userId="378afdc44a3f73dd" providerId="Windows Live" clId="Web-{1BC12252-19FF-03E2-5297-BB15E7A4CE1C}" dt="2025-11-22T07:36:21.882" v="606" actId="1076"/>
          <ac:picMkLst>
            <pc:docMk/>
            <pc:sldMk cId="3218976205" sldId="687"/>
            <ac:picMk id="2" creationId="{7F2EEFD2-0832-6337-0812-2A0641E28AE4}"/>
          </ac:picMkLst>
        </pc:picChg>
        <pc:picChg chg="mod">
          <ac:chgData name="Thuy Trang" userId="378afdc44a3f73dd" providerId="Windows Live" clId="Web-{1BC12252-19FF-03E2-5297-BB15E7A4CE1C}" dt="2025-11-22T07:51:01.522" v="681" actId="14100"/>
          <ac:picMkLst>
            <pc:docMk/>
            <pc:sldMk cId="3218976205" sldId="687"/>
            <ac:picMk id="3" creationId="{9E963DA5-4EDB-7DDF-DA58-756656D6B1FD}"/>
          </ac:picMkLst>
        </pc:picChg>
        <pc:cxnChg chg="mod">
          <ac:chgData name="Thuy Trang" userId="378afdc44a3f73dd" providerId="Windows Live" clId="Web-{1BC12252-19FF-03E2-5297-BB15E7A4CE1C}" dt="2025-11-22T07:51:05.788" v="682" actId="1076"/>
          <ac:cxnSpMkLst>
            <pc:docMk/>
            <pc:sldMk cId="3218976205" sldId="687"/>
            <ac:cxnSpMk id="8" creationId="{DA77EEC3-026E-6ABC-BB3B-C55BC96670F7}"/>
          </ac:cxnSpMkLst>
        </pc:cxnChg>
      </pc:sldChg>
    </pc:docChg>
  </pc:docChgLst>
  <pc:docChgLst>
    <pc:chgData name="Thuy Trang" userId="378afdc44a3f73dd" providerId="Windows Live" clId="Web-{165CBBCD-45BD-37E1-9191-B4380B69B2D8}"/>
    <pc:docChg chg="modSld">
      <pc:chgData name="Thuy Trang" userId="378afdc44a3f73dd" providerId="Windows Live" clId="Web-{165CBBCD-45BD-37E1-9191-B4380B69B2D8}" dt="2025-11-21T16:05:50.769" v="690" actId="1076"/>
      <pc:docMkLst>
        <pc:docMk/>
      </pc:docMkLst>
      <pc:sldChg chg="modSp">
        <pc:chgData name="Thuy Trang" userId="378afdc44a3f73dd" providerId="Windows Live" clId="Web-{165CBBCD-45BD-37E1-9191-B4380B69B2D8}" dt="2025-11-21T15:48:08.172" v="562" actId="1076"/>
        <pc:sldMkLst>
          <pc:docMk/>
          <pc:sldMk cId="0" sldId="387"/>
        </pc:sldMkLst>
        <pc:spChg chg="mod">
          <ac:chgData name="Thuy Trang" userId="378afdc44a3f73dd" providerId="Windows Live" clId="Web-{165CBBCD-45BD-37E1-9191-B4380B69B2D8}" dt="2025-11-21T15:48:08.172" v="562" actId="1076"/>
          <ac:spMkLst>
            <pc:docMk/>
            <pc:sldMk cId="0" sldId="387"/>
            <ac:spMk id="27" creationId="{F3940575-B1E2-3D2F-C954-7F090F812BE6}"/>
          </ac:spMkLst>
        </pc:spChg>
      </pc:sldChg>
      <pc:sldChg chg="addSp delSp modSp">
        <pc:chgData name="Thuy Trang" userId="378afdc44a3f73dd" providerId="Windows Live" clId="Web-{165CBBCD-45BD-37E1-9191-B4380B69B2D8}" dt="2025-11-21T16:04:58.202" v="680" actId="20577"/>
        <pc:sldMkLst>
          <pc:docMk/>
          <pc:sldMk cId="1227224867" sldId="607"/>
        </pc:sldMkLst>
        <pc:spChg chg="add mod">
          <ac:chgData name="Thuy Trang" userId="378afdc44a3f73dd" providerId="Windows Live" clId="Web-{165CBBCD-45BD-37E1-9191-B4380B69B2D8}" dt="2025-11-21T16:04:58.202" v="680" actId="20577"/>
          <ac:spMkLst>
            <pc:docMk/>
            <pc:sldMk cId="1227224867" sldId="607"/>
            <ac:spMk id="6" creationId="{77805575-1B7F-BF04-4216-35ED4C6D8132}"/>
          </ac:spMkLst>
        </pc:spChg>
        <pc:spChg chg="add mod">
          <ac:chgData name="Thuy Trang" userId="378afdc44a3f73dd" providerId="Windows Live" clId="Web-{165CBBCD-45BD-37E1-9191-B4380B69B2D8}" dt="2025-11-21T16:04:52.046" v="678" actId="20577"/>
          <ac:spMkLst>
            <pc:docMk/>
            <pc:sldMk cId="1227224867" sldId="607"/>
            <ac:spMk id="15" creationId="{FDEC1CD2-1E12-A428-FBFE-3B7768D3AD67}"/>
          </ac:spMkLst>
        </pc:spChg>
        <pc:picChg chg="mod modCrop">
          <ac:chgData name="Thuy Trang" userId="378afdc44a3f73dd" providerId="Windows Live" clId="Web-{165CBBCD-45BD-37E1-9191-B4380B69B2D8}" dt="2025-11-21T15:12:18.524" v="216" actId="1076"/>
          <ac:picMkLst>
            <pc:docMk/>
            <pc:sldMk cId="1227224867" sldId="607"/>
            <ac:picMk id="3" creationId="{5517562F-3648-A4B7-56CD-91B38BC2AE97}"/>
          </ac:picMkLst>
        </pc:picChg>
        <pc:picChg chg="add mod">
          <ac:chgData name="Thuy Trang" userId="378afdc44a3f73dd" providerId="Windows Live" clId="Web-{165CBBCD-45BD-37E1-9191-B4380B69B2D8}" dt="2025-11-21T15:24:50.752" v="344" actId="14100"/>
          <ac:picMkLst>
            <pc:docMk/>
            <pc:sldMk cId="1227224867" sldId="607"/>
            <ac:picMk id="13" creationId="{E2F15ED5-E32E-E75B-C459-143B5F86A8DC}"/>
          </ac:picMkLst>
        </pc:picChg>
      </pc:sldChg>
      <pc:sldChg chg="modSp">
        <pc:chgData name="Thuy Trang" userId="378afdc44a3f73dd" providerId="Windows Live" clId="Web-{165CBBCD-45BD-37E1-9191-B4380B69B2D8}" dt="2025-11-21T16:03:30.433" v="666" actId="1076"/>
        <pc:sldMkLst>
          <pc:docMk/>
          <pc:sldMk cId="3941142603" sldId="612"/>
        </pc:sldMkLst>
        <pc:spChg chg="mod">
          <ac:chgData name="Thuy Trang" userId="378afdc44a3f73dd" providerId="Windows Live" clId="Web-{165CBBCD-45BD-37E1-9191-B4380B69B2D8}" dt="2025-11-21T15:19:39.131" v="287" actId="1076"/>
          <ac:spMkLst>
            <pc:docMk/>
            <pc:sldMk cId="3941142603" sldId="612"/>
            <ac:spMk id="5" creationId="{A26DE702-5737-35A1-C39D-5304514735DE}"/>
          </ac:spMkLst>
        </pc:spChg>
        <pc:spChg chg="mod">
          <ac:chgData name="Thuy Trang" userId="378afdc44a3f73dd" providerId="Windows Live" clId="Web-{165CBBCD-45BD-37E1-9191-B4380B69B2D8}" dt="2025-11-21T15:21:01.836" v="304" actId="1076"/>
          <ac:spMkLst>
            <pc:docMk/>
            <pc:sldMk cId="3941142603" sldId="612"/>
            <ac:spMk id="7" creationId="{0781BE30-AB4D-AE0E-5CF3-0835B331BD1D}"/>
          </ac:spMkLst>
        </pc:spChg>
        <pc:spChg chg="mod">
          <ac:chgData name="Thuy Trang" userId="378afdc44a3f73dd" providerId="Windows Live" clId="Web-{165CBBCD-45BD-37E1-9191-B4380B69B2D8}" dt="2025-11-21T16:02:49.917" v="659" actId="20577"/>
          <ac:spMkLst>
            <pc:docMk/>
            <pc:sldMk cId="3941142603" sldId="612"/>
            <ac:spMk id="12" creationId="{D78B0854-45DD-938B-D0E6-637272B17E28}"/>
          </ac:spMkLst>
        </pc:spChg>
        <pc:spChg chg="mod">
          <ac:chgData name="Thuy Trang" userId="378afdc44a3f73dd" providerId="Windows Live" clId="Web-{165CBBCD-45BD-37E1-9191-B4380B69B2D8}" dt="2025-11-21T16:03:30.433" v="666" actId="1076"/>
          <ac:spMkLst>
            <pc:docMk/>
            <pc:sldMk cId="3941142603" sldId="612"/>
            <ac:spMk id="13" creationId="{AD931CA8-CD63-603C-4247-320EDC0EBB42}"/>
          </ac:spMkLst>
        </pc:spChg>
        <pc:spChg chg="mod">
          <ac:chgData name="Thuy Trang" userId="378afdc44a3f73dd" providerId="Windows Live" clId="Web-{165CBBCD-45BD-37E1-9191-B4380B69B2D8}" dt="2025-11-21T16:02:41.026" v="658" actId="14100"/>
          <ac:spMkLst>
            <pc:docMk/>
            <pc:sldMk cId="3941142603" sldId="612"/>
            <ac:spMk id="15" creationId="{B8FBCF7C-FC51-8D11-2968-A84D2064F107}"/>
          </ac:spMkLst>
        </pc:spChg>
        <pc:spChg chg="mod">
          <ac:chgData name="Thuy Trang" userId="378afdc44a3f73dd" providerId="Windows Live" clId="Web-{165CBBCD-45BD-37E1-9191-B4380B69B2D8}" dt="2025-11-21T16:03:04.948" v="662" actId="20577"/>
          <ac:spMkLst>
            <pc:docMk/>
            <pc:sldMk cId="3941142603" sldId="612"/>
            <ac:spMk id="16" creationId="{49849524-B71C-8D18-7F30-B0B2E27A7BEE}"/>
          </ac:spMkLst>
        </pc:spChg>
        <pc:spChg chg="mod">
          <ac:chgData name="Thuy Trang" userId="378afdc44a3f73dd" providerId="Windows Live" clId="Web-{165CBBCD-45BD-37E1-9191-B4380B69B2D8}" dt="2025-11-21T16:03:12.526" v="664" actId="20577"/>
          <ac:spMkLst>
            <pc:docMk/>
            <pc:sldMk cId="3941142603" sldId="612"/>
            <ac:spMk id="17" creationId="{1DE689F9-4922-6D83-4D5E-C119BB551FC6}"/>
          </ac:spMkLst>
        </pc:spChg>
        <pc:picChg chg="mod">
          <ac:chgData name="Thuy Trang" userId="378afdc44a3f73dd" providerId="Windows Live" clId="Web-{165CBBCD-45BD-37E1-9191-B4380B69B2D8}" dt="2025-11-21T15:19:16.255" v="283" actId="1076"/>
          <ac:picMkLst>
            <pc:docMk/>
            <pc:sldMk cId="3941142603" sldId="612"/>
            <ac:picMk id="6" creationId="{8973E56E-2BF9-49F2-9454-AB9B742EAAA2}"/>
          </ac:picMkLst>
        </pc:picChg>
        <pc:picChg chg="mod">
          <ac:chgData name="Thuy Trang" userId="378afdc44a3f73dd" providerId="Windows Live" clId="Web-{165CBBCD-45BD-37E1-9191-B4380B69B2D8}" dt="2025-11-21T15:20:14.929" v="296" actId="1076"/>
          <ac:picMkLst>
            <pc:docMk/>
            <pc:sldMk cId="3941142603" sldId="612"/>
            <ac:picMk id="8" creationId="{66C16BD9-2DA5-E793-ACC9-A0BD61D6DA99}"/>
          </ac:picMkLst>
        </pc:picChg>
        <pc:picChg chg="mod">
          <ac:chgData name="Thuy Trang" userId="378afdc44a3f73dd" providerId="Windows Live" clId="Web-{165CBBCD-45BD-37E1-9191-B4380B69B2D8}" dt="2025-11-21T15:24:04.345" v="343" actId="1076"/>
          <ac:picMkLst>
            <pc:docMk/>
            <pc:sldMk cId="3941142603" sldId="612"/>
            <ac:picMk id="9" creationId="{2111964B-6AB9-D6A7-B943-3146D0ACCFD6}"/>
          </ac:picMkLst>
        </pc:picChg>
      </pc:sldChg>
      <pc:sldChg chg="addSp delSp modSp">
        <pc:chgData name="Thuy Trang" userId="378afdc44a3f73dd" providerId="Windows Live" clId="Web-{165CBBCD-45BD-37E1-9191-B4380B69B2D8}" dt="2025-11-21T15:59:33.369" v="654" actId="20577"/>
        <pc:sldMkLst>
          <pc:docMk/>
          <pc:sldMk cId="1851933342" sldId="679"/>
        </pc:sldMkLst>
        <pc:spChg chg="mod">
          <ac:chgData name="Thuy Trang" userId="378afdc44a3f73dd" providerId="Windows Live" clId="Web-{165CBBCD-45BD-37E1-9191-B4380B69B2D8}" dt="2025-11-21T15:58:50.555" v="643" actId="1076"/>
          <ac:spMkLst>
            <pc:docMk/>
            <pc:sldMk cId="1851933342" sldId="679"/>
            <ac:spMk id="3" creationId="{3384F522-F03E-3AF1-C4F5-4D10F9A0F93E}"/>
          </ac:spMkLst>
        </pc:spChg>
        <pc:spChg chg="mod">
          <ac:chgData name="Thuy Trang" userId="378afdc44a3f73dd" providerId="Windows Live" clId="Web-{165CBBCD-45BD-37E1-9191-B4380B69B2D8}" dt="2025-11-21T15:59:33.369" v="654" actId="20577"/>
          <ac:spMkLst>
            <pc:docMk/>
            <pc:sldMk cId="1851933342" sldId="679"/>
            <ac:spMk id="5" creationId="{8965E462-574F-437E-107D-2EBE67BCE3C2}"/>
          </ac:spMkLst>
        </pc:spChg>
        <pc:spChg chg="mod">
          <ac:chgData name="Thuy Trang" userId="378afdc44a3f73dd" providerId="Windows Live" clId="Web-{165CBBCD-45BD-37E1-9191-B4380B69B2D8}" dt="2025-11-21T15:59:30.055" v="653" actId="20577"/>
          <ac:spMkLst>
            <pc:docMk/>
            <pc:sldMk cId="1851933342" sldId="679"/>
            <ac:spMk id="9" creationId="{3CFC5ECF-EAAA-A9C8-D681-A0D658275496}"/>
          </ac:spMkLst>
        </pc:spChg>
        <pc:spChg chg="add mod">
          <ac:chgData name="Thuy Trang" userId="378afdc44a3f73dd" providerId="Windows Live" clId="Web-{165CBBCD-45BD-37E1-9191-B4380B69B2D8}" dt="2025-11-21T15:58:31.914" v="641" actId="1076"/>
          <ac:spMkLst>
            <pc:docMk/>
            <pc:sldMk cId="1851933342" sldId="679"/>
            <ac:spMk id="13" creationId="{20CCF724-F769-A11C-A512-58A7B8F6AD6B}"/>
          </ac:spMkLst>
        </pc:spChg>
        <pc:spChg chg="add mod">
          <ac:chgData name="Thuy Trang" userId="378afdc44a3f73dd" providerId="Windows Live" clId="Web-{165CBBCD-45BD-37E1-9191-B4380B69B2D8}" dt="2025-11-21T15:59:20.852" v="652" actId="20577"/>
          <ac:spMkLst>
            <pc:docMk/>
            <pc:sldMk cId="1851933342" sldId="679"/>
            <ac:spMk id="16" creationId="{3E2F4D2C-73B3-8213-C95F-BF18C9096AF1}"/>
          </ac:spMkLst>
        </pc:spChg>
        <pc:picChg chg="mod">
          <ac:chgData name="Thuy Trang" userId="378afdc44a3f73dd" providerId="Windows Live" clId="Web-{165CBBCD-45BD-37E1-9191-B4380B69B2D8}" dt="2025-11-21T15:42:00.768" v="489" actId="14100"/>
          <ac:picMkLst>
            <pc:docMk/>
            <pc:sldMk cId="1851933342" sldId="679"/>
            <ac:picMk id="8" creationId="{055DB737-4EB2-A57E-DB51-CD4B94444E47}"/>
          </ac:picMkLst>
        </pc:picChg>
      </pc:sldChg>
    </pc:docChg>
  </pc:docChgLst>
  <pc:docChgLst>
    <pc:chgData name="Guest User" providerId="Windows Live" clId="Web-{067D8A37-32BE-7C1A-3E8C-EA51D4F7D06E}"/>
    <pc:docChg chg="modSld">
      <pc:chgData name="Guest User" userId="" providerId="Windows Live" clId="Web-{067D8A37-32BE-7C1A-3E8C-EA51D4F7D06E}" dt="2025-11-21T14:29:47.181" v="0" actId="1076"/>
      <pc:docMkLst>
        <pc:docMk/>
      </pc:docMkLst>
      <pc:sldChg chg="modSp">
        <pc:chgData name="Guest User" userId="" providerId="Windows Live" clId="Web-{067D8A37-32BE-7C1A-3E8C-EA51D4F7D06E}" dt="2025-11-21T14:29:47.181" v="0" actId="1076"/>
        <pc:sldMkLst>
          <pc:docMk/>
          <pc:sldMk cId="1227224867" sldId="607"/>
        </pc:sldMkLst>
      </pc:sldChg>
    </pc:docChg>
  </pc:docChgLst>
  <pc:docChgLst>
    <pc:chgData name="Anh Tuấn" userId="9766f3d5defb976b" providerId="Windows Live" clId="Web-{C859A3D8-2604-CFC3-D3E0-7C178F36AA6B}"/>
    <pc:docChg chg="addSld delSld modSld">
      <pc:chgData name="Anh Tuấn" userId="9766f3d5defb976b" providerId="Windows Live" clId="Web-{C859A3D8-2604-CFC3-D3E0-7C178F36AA6B}" dt="2025-11-22T09:27:27.496" v="536" actId="14100"/>
      <pc:docMkLst>
        <pc:docMk/>
      </pc:docMkLst>
      <pc:sldChg chg="modSp">
        <pc:chgData name="Anh Tuấn" userId="9766f3d5defb976b" providerId="Windows Live" clId="Web-{C859A3D8-2604-CFC3-D3E0-7C178F36AA6B}" dt="2025-11-22T05:47:47.268" v="234" actId="20577"/>
        <pc:sldMkLst>
          <pc:docMk/>
          <pc:sldMk cId="0" sldId="387"/>
        </pc:sldMkLst>
        <pc:spChg chg="mod">
          <ac:chgData name="Anh Tuấn" userId="9766f3d5defb976b" providerId="Windows Live" clId="Web-{C859A3D8-2604-CFC3-D3E0-7C178F36AA6B}" dt="2025-11-22T05:47:47.268" v="234" actId="20577"/>
          <ac:spMkLst>
            <pc:docMk/>
            <pc:sldMk cId="0" sldId="387"/>
            <ac:spMk id="36" creationId="{B6C919BB-F5F9-0E43-D72B-F1450700760C}"/>
          </ac:spMkLst>
        </pc:spChg>
      </pc:sldChg>
      <pc:sldChg chg="modSp">
        <pc:chgData name="Anh Tuấn" userId="9766f3d5defb976b" providerId="Windows Live" clId="Web-{C859A3D8-2604-CFC3-D3E0-7C178F36AA6B}" dt="2025-11-22T05:47:04.487" v="230" actId="14100"/>
        <pc:sldMkLst>
          <pc:docMk/>
          <pc:sldMk cId="3143650525" sldId="680"/>
        </pc:sldMkLst>
        <pc:spChg chg="mod">
          <ac:chgData name="Anh Tuấn" userId="9766f3d5defb976b" providerId="Windows Live" clId="Web-{C859A3D8-2604-CFC3-D3E0-7C178F36AA6B}" dt="2025-11-22T05:47:04.487" v="230" actId="14100"/>
          <ac:spMkLst>
            <pc:docMk/>
            <pc:sldMk cId="3143650525" sldId="680"/>
            <ac:spMk id="6" creationId="{67E796D2-252E-49A0-9ACA-8DD55C1772D9}"/>
          </ac:spMkLst>
        </pc:spChg>
        <pc:picChg chg="mod">
          <ac:chgData name="Anh Tuấn" userId="9766f3d5defb976b" providerId="Windows Live" clId="Web-{C859A3D8-2604-CFC3-D3E0-7C178F36AA6B}" dt="2025-11-22T05:28:05.195" v="73" actId="1076"/>
          <ac:picMkLst>
            <pc:docMk/>
            <pc:sldMk cId="3143650525" sldId="680"/>
            <ac:picMk id="10" creationId="{CB9564A9-4CD9-8075-B65A-9CA99329011A}"/>
          </ac:picMkLst>
        </pc:picChg>
      </pc:sldChg>
      <pc:sldChg chg="addSp delSp modSp addAnim">
        <pc:chgData name="Anh Tuấn" userId="9766f3d5defb976b" providerId="Windows Live" clId="Web-{C859A3D8-2604-CFC3-D3E0-7C178F36AA6B}" dt="2025-11-22T06:58:24.208" v="441" actId="1076"/>
        <pc:sldMkLst>
          <pc:docMk/>
          <pc:sldMk cId="3284727289" sldId="681"/>
        </pc:sldMkLst>
        <pc:spChg chg="add mod">
          <ac:chgData name="Anh Tuấn" userId="9766f3d5defb976b" providerId="Windows Live" clId="Web-{C859A3D8-2604-CFC3-D3E0-7C178F36AA6B}" dt="2025-11-22T06:55:17.365" v="418" actId="1076"/>
          <ac:spMkLst>
            <pc:docMk/>
            <pc:sldMk cId="3284727289" sldId="681"/>
            <ac:spMk id="4" creationId="{8A5423D1-4091-08C2-A77B-F23E4C33EDE4}"/>
          </ac:spMkLst>
        </pc:spChg>
        <pc:spChg chg="mod">
          <ac:chgData name="Anh Tuấn" userId="9766f3d5defb976b" providerId="Windows Live" clId="Web-{C859A3D8-2604-CFC3-D3E0-7C178F36AA6B}" dt="2025-11-22T06:55:11.333" v="413" actId="20577"/>
          <ac:spMkLst>
            <pc:docMk/>
            <pc:sldMk cId="3284727289" sldId="681"/>
            <ac:spMk id="9" creationId="{48AD2A22-D09D-1BCA-F6A5-ECDA2F62215D}"/>
          </ac:spMkLst>
        </pc:spChg>
        <pc:spChg chg="add mod">
          <ac:chgData name="Anh Tuấn" userId="9766f3d5defb976b" providerId="Windows Live" clId="Web-{C859A3D8-2604-CFC3-D3E0-7C178F36AA6B}" dt="2025-11-22T06:58:16.380" v="438" actId="14100"/>
          <ac:spMkLst>
            <pc:docMk/>
            <pc:sldMk cId="3284727289" sldId="681"/>
            <ac:spMk id="10" creationId="{E13E68A9-0F5D-B68F-9AB5-DB47A99425A0}"/>
          </ac:spMkLst>
        </pc:spChg>
        <pc:picChg chg="add mod">
          <ac:chgData name="Anh Tuấn" userId="9766f3d5defb976b" providerId="Windows Live" clId="Web-{C859A3D8-2604-CFC3-D3E0-7C178F36AA6B}" dt="2025-11-22T06:58:24.208" v="441" actId="1076"/>
          <ac:picMkLst>
            <pc:docMk/>
            <pc:sldMk cId="3284727289" sldId="681"/>
            <ac:picMk id="2" creationId="{25A0D3A3-3B98-9418-4D6B-650BBBAD3E80}"/>
          </ac:picMkLst>
        </pc:picChg>
        <pc:picChg chg="mod">
          <ac:chgData name="Anh Tuấn" userId="9766f3d5defb976b" providerId="Windows Live" clId="Web-{C859A3D8-2604-CFC3-D3E0-7C178F36AA6B}" dt="2025-11-22T05:49:59.691" v="236" actId="1076"/>
          <ac:picMkLst>
            <pc:docMk/>
            <pc:sldMk cId="3284727289" sldId="681"/>
            <ac:picMk id="3" creationId="{F184CB94-E604-DA75-400B-649BE1F31A40}"/>
          </ac:picMkLst>
        </pc:picChg>
        <pc:picChg chg="add mod">
          <ac:chgData name="Anh Tuấn" userId="9766f3d5defb976b" providerId="Windows Live" clId="Web-{C859A3D8-2604-CFC3-D3E0-7C178F36AA6B}" dt="2025-11-22T06:58:21.536" v="439" actId="1076"/>
          <ac:picMkLst>
            <pc:docMk/>
            <pc:sldMk cId="3284727289" sldId="681"/>
            <ac:picMk id="7" creationId="{DAC53333-5612-A76B-44FD-E671FCE21063}"/>
          </ac:picMkLst>
        </pc:picChg>
        <pc:picChg chg="add mod">
          <ac:chgData name="Anh Tuấn" userId="9766f3d5defb976b" providerId="Windows Live" clId="Web-{C859A3D8-2604-CFC3-D3E0-7C178F36AA6B}" dt="2025-11-22T06:58:22.786" v="440" actId="1076"/>
          <ac:picMkLst>
            <pc:docMk/>
            <pc:sldMk cId="3284727289" sldId="681"/>
            <ac:picMk id="11" creationId="{EB8F0EE5-D356-637F-65C4-6589E29223FB}"/>
          </ac:picMkLst>
        </pc:picChg>
      </pc:sldChg>
      <pc:sldChg chg="addSp delSp modSp">
        <pc:chgData name="Anh Tuấn" userId="9766f3d5defb976b" providerId="Windows Live" clId="Web-{C859A3D8-2604-CFC3-D3E0-7C178F36AA6B}" dt="2025-11-22T09:27:27.496" v="536" actId="14100"/>
        <pc:sldMkLst>
          <pc:docMk/>
          <pc:sldMk cId="2406485433" sldId="682"/>
        </pc:sldMkLst>
        <pc:spChg chg="mod">
          <ac:chgData name="Anh Tuấn" userId="9766f3d5defb976b" providerId="Windows Live" clId="Web-{C859A3D8-2604-CFC3-D3E0-7C178F36AA6B}" dt="2025-11-22T05:25:29.955" v="44" actId="1076"/>
          <ac:spMkLst>
            <pc:docMk/>
            <pc:sldMk cId="2406485433" sldId="682"/>
            <ac:spMk id="5" creationId="{E03074AE-F8FF-FEFA-9A99-4052CB71EF18}"/>
          </ac:spMkLst>
        </pc:spChg>
        <pc:spChg chg="mod">
          <ac:chgData name="Anh Tuấn" userId="9766f3d5defb976b" providerId="Windows Live" clId="Web-{C859A3D8-2604-CFC3-D3E0-7C178F36AA6B}" dt="2025-11-22T05:25:29.955" v="43" actId="1076"/>
          <ac:spMkLst>
            <pc:docMk/>
            <pc:sldMk cId="2406485433" sldId="682"/>
            <ac:spMk id="6" creationId="{51252BFB-311C-7A39-5AEF-25301C24B339}"/>
          </ac:spMkLst>
        </pc:spChg>
        <pc:spChg chg="mod">
          <ac:chgData name="Anh Tuấn" userId="9766f3d5defb976b" providerId="Windows Live" clId="Web-{C859A3D8-2604-CFC3-D3E0-7C178F36AA6B}" dt="2025-11-22T05:25:29.955" v="41" actId="1076"/>
          <ac:spMkLst>
            <pc:docMk/>
            <pc:sldMk cId="2406485433" sldId="682"/>
            <ac:spMk id="9" creationId="{870B489E-0D18-FE06-17BE-E486D74B515F}"/>
          </ac:spMkLst>
        </pc:spChg>
        <pc:spChg chg="mod">
          <ac:chgData name="Anh Tuấn" userId="9766f3d5defb976b" providerId="Windows Live" clId="Web-{C859A3D8-2604-CFC3-D3E0-7C178F36AA6B}" dt="2025-11-22T05:25:29.955" v="47" actId="1076"/>
          <ac:spMkLst>
            <pc:docMk/>
            <pc:sldMk cId="2406485433" sldId="682"/>
            <ac:spMk id="23554" creationId="{61042677-D085-4360-5A4E-12EA86813923}"/>
          </ac:spMkLst>
        </pc:spChg>
        <pc:spChg chg="mod">
          <ac:chgData name="Anh Tuấn" userId="9766f3d5defb976b" providerId="Windows Live" clId="Web-{C859A3D8-2604-CFC3-D3E0-7C178F36AA6B}" dt="2025-11-22T05:25:29.955" v="46" actId="1076"/>
          <ac:spMkLst>
            <pc:docMk/>
            <pc:sldMk cId="2406485433" sldId="682"/>
            <ac:spMk id="23555" creationId="{B9D4432F-DCF2-1E77-27E3-AB33147E8D75}"/>
          </ac:spMkLst>
        </pc:spChg>
        <pc:picChg chg="mod">
          <ac:chgData name="Anh Tuấn" userId="9766f3d5defb976b" providerId="Windows Live" clId="Web-{C859A3D8-2604-CFC3-D3E0-7C178F36AA6B}" dt="2025-11-22T05:25:29.955" v="45" actId="1076"/>
          <ac:picMkLst>
            <pc:docMk/>
            <pc:sldMk cId="2406485433" sldId="682"/>
            <ac:picMk id="3" creationId="{2273B32B-8CD7-E112-FAA2-C7168D731544}"/>
          </ac:picMkLst>
        </pc:picChg>
        <pc:picChg chg="add mod">
          <ac:chgData name="Anh Tuấn" userId="9766f3d5defb976b" providerId="Windows Live" clId="Web-{C859A3D8-2604-CFC3-D3E0-7C178F36AA6B}" dt="2025-11-22T05:34:57.496" v="108" actId="1076"/>
          <ac:picMkLst>
            <pc:docMk/>
            <pc:sldMk cId="2406485433" sldId="682"/>
            <ac:picMk id="7" creationId="{7F6546B2-3EB4-1BC8-6186-A5EDC48B0C68}"/>
          </ac:picMkLst>
        </pc:picChg>
        <pc:picChg chg="add mod">
          <ac:chgData name="Anh Tuấn" userId="9766f3d5defb976b" providerId="Windows Live" clId="Web-{C859A3D8-2604-CFC3-D3E0-7C178F36AA6B}" dt="2025-11-22T09:27:27.496" v="536" actId="14100"/>
          <ac:picMkLst>
            <pc:docMk/>
            <pc:sldMk cId="2406485433" sldId="682"/>
            <ac:picMk id="11" creationId="{CE2F029D-F393-B868-86B2-5AA4E446751C}"/>
          </ac:picMkLst>
        </pc:picChg>
        <pc:picChg chg="add mod">
          <ac:chgData name="Anh Tuấn" userId="9766f3d5defb976b" providerId="Windows Live" clId="Web-{C859A3D8-2604-CFC3-D3E0-7C178F36AA6B}" dt="2025-11-22T05:35:02.543" v="109" actId="1076"/>
          <ac:picMkLst>
            <pc:docMk/>
            <pc:sldMk cId="2406485433" sldId="682"/>
            <ac:picMk id="13" creationId="{6813DE53-A389-E0C5-92A8-695558F47293}"/>
          </ac:picMkLst>
        </pc:picChg>
        <pc:picChg chg="add mod">
          <ac:chgData name="Anh Tuấn" userId="9766f3d5defb976b" providerId="Windows Live" clId="Web-{C859A3D8-2604-CFC3-D3E0-7C178F36AA6B}" dt="2025-11-22T05:35:33.295" v="119" actId="1076"/>
          <ac:picMkLst>
            <pc:docMk/>
            <pc:sldMk cId="2406485433" sldId="682"/>
            <ac:picMk id="16" creationId="{18C65145-3037-3363-E073-924137762D31}"/>
          </ac:picMkLst>
        </pc:picChg>
        <pc:cxnChg chg="mod">
          <ac:chgData name="Anh Tuấn" userId="9766f3d5defb976b" providerId="Windows Live" clId="Web-{C859A3D8-2604-CFC3-D3E0-7C178F36AA6B}" dt="2025-11-22T05:25:29.955" v="42" actId="1076"/>
          <ac:cxnSpMkLst>
            <pc:docMk/>
            <pc:sldMk cId="2406485433" sldId="682"/>
            <ac:cxnSpMk id="8" creationId="{D4D6D769-9CBD-2489-A13A-0F5443C64E82}"/>
          </ac:cxnSpMkLst>
        </pc:cxnChg>
      </pc:sldChg>
      <pc:sldChg chg="addSp modSp">
        <pc:chgData name="Anh Tuấn" userId="9766f3d5defb976b" providerId="Windows Live" clId="Web-{C859A3D8-2604-CFC3-D3E0-7C178F36AA6B}" dt="2025-11-22T06:29:39.237" v="308" actId="20577"/>
        <pc:sldMkLst>
          <pc:docMk/>
          <pc:sldMk cId="153513012" sldId="685"/>
        </pc:sldMkLst>
        <pc:spChg chg="mod">
          <ac:chgData name="Anh Tuấn" userId="9766f3d5defb976b" providerId="Windows Live" clId="Web-{C859A3D8-2604-CFC3-D3E0-7C178F36AA6B}" dt="2025-11-22T05:13:56.949" v="13" actId="20577"/>
          <ac:spMkLst>
            <pc:docMk/>
            <pc:sldMk cId="153513012" sldId="685"/>
            <ac:spMk id="2" creationId="{67CE9412-2948-54C8-7C51-495366F88E1F}"/>
          </ac:spMkLst>
        </pc:spChg>
        <pc:spChg chg="mod">
          <ac:chgData name="Anh Tuấn" userId="9766f3d5defb976b" providerId="Windows Live" clId="Web-{C859A3D8-2604-CFC3-D3E0-7C178F36AA6B}" dt="2025-11-22T06:29:39.237" v="308" actId="20577"/>
          <ac:spMkLst>
            <pc:docMk/>
            <pc:sldMk cId="153513012" sldId="685"/>
            <ac:spMk id="4" creationId="{FF59399E-2C2E-D73C-2724-294F030128C7}"/>
          </ac:spMkLst>
        </pc:spChg>
        <pc:spChg chg="mod">
          <ac:chgData name="Anh Tuấn" userId="9766f3d5defb976b" providerId="Windows Live" clId="Web-{C859A3D8-2604-CFC3-D3E0-7C178F36AA6B}" dt="2025-11-22T05:13:31.699" v="7" actId="20577"/>
          <ac:spMkLst>
            <pc:docMk/>
            <pc:sldMk cId="153513012" sldId="685"/>
            <ac:spMk id="6" creationId="{40A38E4D-3E35-CA6D-2941-473121122234}"/>
          </ac:spMkLst>
        </pc:spChg>
        <pc:spChg chg="add mod">
          <ac:chgData name="Anh Tuấn" userId="9766f3d5defb976b" providerId="Windows Live" clId="Web-{C859A3D8-2604-CFC3-D3E0-7C178F36AA6B}" dt="2025-11-22T05:13:37.574" v="9" actId="20577"/>
          <ac:spMkLst>
            <pc:docMk/>
            <pc:sldMk cId="153513012" sldId="685"/>
            <ac:spMk id="7" creationId="{992D82C0-A543-A864-A2E5-F8959CC04E04}"/>
          </ac:spMkLst>
        </pc:spChg>
      </pc:sldChg>
      <pc:sldChg chg="addSp delSp modSp add replId">
        <pc:chgData name="Anh Tuấn" userId="9766f3d5defb976b" providerId="Windows Live" clId="Web-{C859A3D8-2604-CFC3-D3E0-7C178F36AA6B}" dt="2025-11-22T09:27:13.261" v="534" actId="20577"/>
        <pc:sldMkLst>
          <pc:docMk/>
          <pc:sldMk cId="3147159792" sldId="686"/>
        </pc:sldMkLst>
        <pc:spChg chg="mod">
          <ac:chgData name="Anh Tuấn" userId="9766f3d5defb976b" providerId="Windows Live" clId="Web-{C859A3D8-2604-CFC3-D3E0-7C178F36AA6B}" dt="2025-11-22T09:27:13.261" v="534" actId="20577"/>
          <ac:spMkLst>
            <pc:docMk/>
            <pc:sldMk cId="3147159792" sldId="686"/>
            <ac:spMk id="9" creationId="{DD57FCEC-B80C-D4D4-1BDF-02D050E3D17E}"/>
          </ac:spMkLst>
        </pc:spChg>
        <pc:picChg chg="add mod">
          <ac:chgData name="Anh Tuấn" userId="9766f3d5defb976b" providerId="Windows Live" clId="Web-{C859A3D8-2604-CFC3-D3E0-7C178F36AA6B}" dt="2025-11-22T05:36:05.531" v="128" actId="1076"/>
          <ac:picMkLst>
            <pc:docMk/>
            <pc:sldMk cId="3147159792" sldId="686"/>
            <ac:picMk id="2" creationId="{83C0786E-38E8-AC51-FDFC-8244DA47FFC0}"/>
          </ac:picMkLst>
        </pc:picChg>
        <pc:picChg chg="add mod">
          <ac:chgData name="Anh Tuấn" userId="9766f3d5defb976b" providerId="Windows Live" clId="Web-{C859A3D8-2604-CFC3-D3E0-7C178F36AA6B}" dt="2025-11-22T05:36:28.626" v="133" actId="14100"/>
          <ac:picMkLst>
            <pc:docMk/>
            <pc:sldMk cId="3147159792" sldId="686"/>
            <ac:picMk id="4" creationId="{70DFD689-2BC3-AA19-E0B1-31CEFCEB2EE7}"/>
          </ac:picMkLst>
        </pc:picChg>
        <pc:picChg chg="add mod">
          <ac:chgData name="Anh Tuấn" userId="9766f3d5defb976b" providerId="Windows Live" clId="Web-{C859A3D8-2604-CFC3-D3E0-7C178F36AA6B}" dt="2025-11-22T05:43:32.999" v="155" actId="1076"/>
          <ac:picMkLst>
            <pc:docMk/>
            <pc:sldMk cId="3147159792" sldId="686"/>
            <ac:picMk id="10" creationId="{3CB823EE-9F12-2BC7-C7DB-E244017DD767}"/>
          </ac:picMkLst>
        </pc:picChg>
        <pc:picChg chg="add mod">
          <ac:chgData name="Anh Tuấn" userId="9766f3d5defb976b" providerId="Windows Live" clId="Web-{C859A3D8-2604-CFC3-D3E0-7C178F36AA6B}" dt="2025-11-22T09:26:42.041" v="529" actId="14100"/>
          <ac:picMkLst>
            <pc:docMk/>
            <pc:sldMk cId="3147159792" sldId="686"/>
            <ac:picMk id="12" creationId="{B30757CF-85F5-C94C-0BC9-E10EF34BCB82}"/>
          </ac:picMkLst>
        </pc:picChg>
        <pc:picChg chg="add mod">
          <ac:chgData name="Anh Tuấn" userId="9766f3d5defb976b" providerId="Windows Live" clId="Web-{C859A3D8-2604-CFC3-D3E0-7C178F36AA6B}" dt="2025-11-22T05:43:32.124" v="154" actId="1076"/>
          <ac:picMkLst>
            <pc:docMk/>
            <pc:sldMk cId="3147159792" sldId="686"/>
            <ac:picMk id="14" creationId="{9EF731B0-D7B7-E59A-4366-53603DBF5BFB}"/>
          </ac:picMkLst>
        </pc:picChg>
        <pc:picChg chg="add mod">
          <ac:chgData name="Anh Tuấn" userId="9766f3d5defb976b" providerId="Windows Live" clId="Web-{C859A3D8-2604-CFC3-D3E0-7C178F36AA6B}" dt="2025-11-22T09:26:45.666" v="530" actId="14100"/>
          <ac:picMkLst>
            <pc:docMk/>
            <pc:sldMk cId="3147159792" sldId="686"/>
            <ac:picMk id="15" creationId="{3E528317-C4D3-E518-1DC4-B11D6D98652B}"/>
          </ac:picMkLst>
        </pc:picChg>
        <pc:picChg chg="add mod">
          <ac:chgData name="Anh Tuấn" userId="9766f3d5defb976b" providerId="Windows Live" clId="Web-{C859A3D8-2604-CFC3-D3E0-7C178F36AA6B}" dt="2025-11-22T09:26:39.557" v="528" actId="1076"/>
          <ac:picMkLst>
            <pc:docMk/>
            <pc:sldMk cId="3147159792" sldId="686"/>
            <ac:picMk id="17" creationId="{EB48CC06-70F9-8BF4-64D2-A5CEA306DE61}"/>
          </ac:picMkLst>
        </pc:picChg>
      </pc:sldChg>
      <pc:sldChg chg="addSp delSp modSp add replId">
        <pc:chgData name="Anh Tuấn" userId="9766f3d5defb976b" providerId="Windows Live" clId="Web-{C859A3D8-2604-CFC3-D3E0-7C178F36AA6B}" dt="2025-11-22T09:26:27.291" v="526" actId="20577"/>
        <pc:sldMkLst>
          <pc:docMk/>
          <pc:sldMk cId="3218976205" sldId="687"/>
        </pc:sldMkLst>
        <pc:spChg chg="mod">
          <ac:chgData name="Anh Tuấn" userId="9766f3d5defb976b" providerId="Windows Live" clId="Web-{C859A3D8-2604-CFC3-D3E0-7C178F36AA6B}" dt="2025-11-22T06:54:07.411" v="403" actId="20577"/>
          <ac:spMkLst>
            <pc:docMk/>
            <pc:sldMk cId="3218976205" sldId="687"/>
            <ac:spMk id="4" creationId="{5CDF4D32-3876-D522-CC17-5169F94A77FD}"/>
          </ac:spMkLst>
        </pc:spChg>
        <pc:spChg chg="mod">
          <ac:chgData name="Anh Tuấn" userId="9766f3d5defb976b" providerId="Windows Live" clId="Web-{C859A3D8-2604-CFC3-D3E0-7C178F36AA6B}" dt="2025-11-22T06:58:39.474" v="450" actId="20577"/>
          <ac:spMkLst>
            <pc:docMk/>
            <pc:sldMk cId="3218976205" sldId="687"/>
            <ac:spMk id="9" creationId="{99573BAA-50FA-E0B1-6734-B6E7C69EAAC1}"/>
          </ac:spMkLst>
        </pc:spChg>
        <pc:spChg chg="mod">
          <ac:chgData name="Anh Tuấn" userId="9766f3d5defb976b" providerId="Windows Live" clId="Web-{C859A3D8-2604-CFC3-D3E0-7C178F36AA6B}" dt="2025-11-22T09:26:27.291" v="526" actId="20577"/>
          <ac:spMkLst>
            <pc:docMk/>
            <pc:sldMk cId="3218976205" sldId="687"/>
            <ac:spMk id="10" creationId="{6879BDF2-62B9-E508-68CD-B1D00A3DBD7B}"/>
          </ac:spMkLst>
        </pc:spChg>
        <pc:picChg chg="add mod">
          <ac:chgData name="Anh Tuấn" userId="9766f3d5defb976b" providerId="Windows Live" clId="Web-{C859A3D8-2604-CFC3-D3E0-7C178F36AA6B}" dt="2025-11-22T07:28:00.282" v="524" actId="1076"/>
          <ac:picMkLst>
            <pc:docMk/>
            <pc:sldMk cId="3218976205" sldId="687"/>
            <ac:picMk id="2" creationId="{7F2EEFD2-0832-6337-0812-2A0641E28AE4}"/>
          </ac:picMkLst>
        </pc:picChg>
        <pc:picChg chg="mod">
          <ac:chgData name="Anh Tuấn" userId="9766f3d5defb976b" providerId="Windows Live" clId="Web-{C859A3D8-2604-CFC3-D3E0-7C178F36AA6B}" dt="2025-11-22T06:58:39.677" v="451" actId="1076"/>
          <ac:picMkLst>
            <pc:docMk/>
            <pc:sldMk cId="3218976205" sldId="687"/>
            <ac:picMk id="3" creationId="{9E963DA5-4EDB-7DDF-DA58-756656D6B1FD}"/>
          </ac:picMkLst>
        </pc:picChg>
      </pc:sldChg>
    </pc:docChg>
  </pc:docChgLst>
  <pc:docChgLst>
    <pc:chgData name="Anh Tuấn" userId="9766f3d5defb976b" providerId="Windows Live" clId="Web-{78ACA907-4F7A-2608-88EE-FAFE98ABBC41}"/>
    <pc:docChg chg="modSld">
      <pc:chgData name="Anh Tuấn" userId="9766f3d5defb976b" providerId="Windows Live" clId="Web-{78ACA907-4F7A-2608-88EE-FAFE98ABBC41}" dt="2025-11-22T05:10:57.508" v="115"/>
      <pc:docMkLst>
        <pc:docMk/>
      </pc:docMkLst>
      <pc:sldChg chg="modSp">
        <pc:chgData name="Anh Tuấn" userId="9766f3d5defb976b" providerId="Windows Live" clId="Web-{78ACA907-4F7A-2608-88EE-FAFE98ABBC41}" dt="2025-11-22T05:05:37.556" v="41" actId="20577"/>
        <pc:sldMkLst>
          <pc:docMk/>
          <pc:sldMk cId="1851933342" sldId="679"/>
        </pc:sldMkLst>
        <pc:spChg chg="mod">
          <ac:chgData name="Anh Tuấn" userId="9766f3d5defb976b" providerId="Windows Live" clId="Web-{78ACA907-4F7A-2608-88EE-FAFE98ABBC41}" dt="2025-11-22T05:05:37.556" v="41" actId="20577"/>
          <ac:spMkLst>
            <pc:docMk/>
            <pc:sldMk cId="1851933342" sldId="679"/>
            <ac:spMk id="9" creationId="{3CFC5ECF-EAAA-A9C8-D681-A0D658275496}"/>
          </ac:spMkLst>
        </pc:spChg>
      </pc:sldChg>
      <pc:sldChg chg="addSp delSp modSp">
        <pc:chgData name="Anh Tuấn" userId="9766f3d5defb976b" providerId="Windows Live" clId="Web-{78ACA907-4F7A-2608-88EE-FAFE98ABBC41}" dt="2025-11-22T04:57:38.368" v="19" actId="1076"/>
        <pc:sldMkLst>
          <pc:docMk/>
          <pc:sldMk cId="3143650525" sldId="680"/>
        </pc:sldMkLst>
        <pc:picChg chg="mod">
          <ac:chgData name="Anh Tuấn" userId="9766f3d5defb976b" providerId="Windows Live" clId="Web-{78ACA907-4F7A-2608-88EE-FAFE98ABBC41}" dt="2025-11-22T04:55:07.030" v="11" actId="1076"/>
          <ac:picMkLst>
            <pc:docMk/>
            <pc:sldMk cId="3143650525" sldId="680"/>
            <ac:picMk id="3" creationId="{8C84C2D2-EF94-DABD-4805-2219F14E54FB}"/>
          </ac:picMkLst>
        </pc:picChg>
        <pc:picChg chg="add mod">
          <ac:chgData name="Anh Tuấn" userId="9766f3d5defb976b" providerId="Windows Live" clId="Web-{78ACA907-4F7A-2608-88EE-FAFE98ABBC41}" dt="2025-11-22T04:57:38.368" v="19" actId="1076"/>
          <ac:picMkLst>
            <pc:docMk/>
            <pc:sldMk cId="3143650525" sldId="680"/>
            <ac:picMk id="10" creationId="{CB9564A9-4CD9-8075-B65A-9CA99329011A}"/>
          </ac:picMkLst>
        </pc:picChg>
      </pc:sldChg>
      <pc:sldChg chg="modSp">
        <pc:chgData name="Anh Tuấn" userId="9766f3d5defb976b" providerId="Windows Live" clId="Web-{78ACA907-4F7A-2608-88EE-FAFE98ABBC41}" dt="2025-11-22T04:54:40.200" v="3" actId="20577"/>
        <pc:sldMkLst>
          <pc:docMk/>
          <pc:sldMk cId="2406485433" sldId="682"/>
        </pc:sldMkLst>
        <pc:spChg chg="mod">
          <ac:chgData name="Anh Tuấn" userId="9766f3d5defb976b" providerId="Windows Live" clId="Web-{78ACA907-4F7A-2608-88EE-FAFE98ABBC41}" dt="2025-11-22T04:54:40.200" v="3" actId="20577"/>
          <ac:spMkLst>
            <pc:docMk/>
            <pc:sldMk cId="2406485433" sldId="682"/>
            <ac:spMk id="9" creationId="{870B489E-0D18-FE06-17BE-E486D74B515F}"/>
          </ac:spMkLst>
        </pc:spChg>
      </pc:sldChg>
      <pc:sldChg chg="addSp delSp modSp">
        <pc:chgData name="Anh Tuấn" userId="9766f3d5defb976b" providerId="Windows Live" clId="Web-{78ACA907-4F7A-2608-88EE-FAFE98ABBC41}" dt="2025-11-22T05:10:57.508" v="115"/>
        <pc:sldMkLst>
          <pc:docMk/>
          <pc:sldMk cId="153513012" sldId="685"/>
        </pc:sldMkLst>
        <pc:spChg chg="add mod">
          <ac:chgData name="Anh Tuấn" userId="9766f3d5defb976b" providerId="Windows Live" clId="Web-{78ACA907-4F7A-2608-88EE-FAFE98ABBC41}" dt="2025-11-22T05:10:05.236" v="110" actId="20577"/>
          <ac:spMkLst>
            <pc:docMk/>
            <pc:sldMk cId="153513012" sldId="685"/>
            <ac:spMk id="2" creationId="{67CE9412-2948-54C8-7C51-495366F88E1F}"/>
          </ac:spMkLst>
        </pc:spChg>
        <pc:spChg chg="add mod">
          <ac:chgData name="Anh Tuấn" userId="9766f3d5defb976b" providerId="Windows Live" clId="Web-{78ACA907-4F7A-2608-88EE-FAFE98ABBC41}" dt="2025-11-22T05:10:48.507" v="113" actId="1076"/>
          <ac:spMkLst>
            <pc:docMk/>
            <pc:sldMk cId="153513012" sldId="685"/>
            <ac:spMk id="4" creationId="{FF59399E-2C2E-D73C-2724-294F030128C7}"/>
          </ac:spMkLst>
        </pc:spChg>
        <pc:spChg chg="mod">
          <ac:chgData name="Anh Tuấn" userId="9766f3d5defb976b" providerId="Windows Live" clId="Web-{78ACA907-4F7A-2608-88EE-FAFE98ABBC41}" dt="2025-11-22T05:05:41.150" v="43" actId="20577"/>
          <ac:spMkLst>
            <pc:docMk/>
            <pc:sldMk cId="153513012" sldId="685"/>
            <ac:spMk id="5" creationId="{3E9EF0B6-1F77-5C4A-0F86-9AB0EABF2C97}"/>
          </ac:spMkLst>
        </pc:spChg>
        <pc:spChg chg="mod">
          <ac:chgData name="Anh Tuấn" userId="9766f3d5defb976b" providerId="Windows Live" clId="Web-{78ACA907-4F7A-2608-88EE-FAFE98ABBC41}" dt="2025-11-22T05:06:12.666" v="59" actId="20577"/>
          <ac:spMkLst>
            <pc:docMk/>
            <pc:sldMk cId="153513012" sldId="685"/>
            <ac:spMk id="9" creationId="{997B2CA8-C8C7-9F87-BBA1-FE3809287D94}"/>
          </ac:spMkLst>
        </pc:spChg>
      </pc:sldChg>
    </pc:docChg>
  </pc:docChgLst>
  <pc:docChgLst>
    <pc:chgData name="Anh Tuấn" userId="9766f3d5defb976b" providerId="Windows Live" clId="Web-{9D1873E2-2483-004D-8CFA-0728EDF781AC}"/>
    <pc:docChg chg="addSld delSld modSld">
      <pc:chgData name="Anh Tuấn" userId="9766f3d5defb976b" providerId="Windows Live" clId="Web-{9D1873E2-2483-004D-8CFA-0728EDF781AC}" dt="2025-11-29T08:30:34.257" v="7"/>
      <pc:docMkLst>
        <pc:docMk/>
      </pc:docMkLst>
      <pc:sldChg chg="del">
        <pc:chgData name="Anh Tuấn" userId="9766f3d5defb976b" providerId="Windows Live" clId="Web-{9D1873E2-2483-004D-8CFA-0728EDF781AC}" dt="2025-11-29T08:28:29.271" v="5"/>
        <pc:sldMkLst>
          <pc:docMk/>
          <pc:sldMk cId="1782109976" sldId="609"/>
        </pc:sldMkLst>
      </pc:sldChg>
      <pc:sldChg chg="modSp">
        <pc:chgData name="Anh Tuấn" userId="9766f3d5defb976b" providerId="Windows Live" clId="Web-{9D1873E2-2483-004D-8CFA-0728EDF781AC}" dt="2025-11-29T08:19:02.661" v="0" actId="1076"/>
        <pc:sldMkLst>
          <pc:docMk/>
          <pc:sldMk cId="3941142603" sldId="612"/>
        </pc:sldMkLst>
        <pc:picChg chg="mod">
          <ac:chgData name="Anh Tuấn" userId="9766f3d5defb976b" providerId="Windows Live" clId="Web-{9D1873E2-2483-004D-8CFA-0728EDF781AC}" dt="2025-11-29T08:19:02.661" v="0" actId="1076"/>
          <ac:picMkLst>
            <pc:docMk/>
            <pc:sldMk cId="3941142603" sldId="612"/>
            <ac:picMk id="6" creationId="{8973E56E-2BF9-49F2-9454-AB9B742EAAA2}"/>
          </ac:picMkLst>
        </pc:picChg>
      </pc:sldChg>
      <pc:sldChg chg="mod modShow">
        <pc:chgData name="Anh Tuấn" userId="9766f3d5defb976b" providerId="Windows Live" clId="Web-{9D1873E2-2483-004D-8CFA-0728EDF781AC}" dt="2025-11-29T08:26:30.795" v="3"/>
        <pc:sldMkLst>
          <pc:docMk/>
          <pc:sldMk cId="3284727289" sldId="681"/>
        </pc:sldMkLst>
      </pc:sldChg>
      <pc:sldChg chg="mod modShow">
        <pc:chgData name="Anh Tuấn" userId="9766f3d5defb976b" providerId="Windows Live" clId="Web-{9D1873E2-2483-004D-8CFA-0728EDF781AC}" dt="2025-11-29T08:26:16.045" v="1"/>
        <pc:sldMkLst>
          <pc:docMk/>
          <pc:sldMk cId="2406485433" sldId="682"/>
        </pc:sldMkLst>
      </pc:sldChg>
      <pc:sldChg chg="add del">
        <pc:chgData name="Anh Tuấn" userId="9766f3d5defb976b" providerId="Windows Live" clId="Web-{9D1873E2-2483-004D-8CFA-0728EDF781AC}" dt="2025-11-29T08:30:34.257" v="7"/>
        <pc:sldMkLst>
          <pc:docMk/>
          <pc:sldMk cId="153513012" sldId="685"/>
        </pc:sldMkLst>
      </pc:sldChg>
      <pc:sldChg chg="mod modShow">
        <pc:chgData name="Anh Tuấn" userId="9766f3d5defb976b" providerId="Windows Live" clId="Web-{9D1873E2-2483-004D-8CFA-0728EDF781AC}" dt="2025-11-29T08:26:18.920" v="2"/>
        <pc:sldMkLst>
          <pc:docMk/>
          <pc:sldMk cId="3147159792" sldId="686"/>
        </pc:sldMkLst>
      </pc:sldChg>
      <pc:sldChg chg="mod modShow">
        <pc:chgData name="Anh Tuấn" userId="9766f3d5defb976b" providerId="Windows Live" clId="Web-{9D1873E2-2483-004D-8CFA-0728EDF781AC}" dt="2025-11-29T08:26:40.311" v="4"/>
        <pc:sldMkLst>
          <pc:docMk/>
          <pc:sldMk cId="3218976205" sldId="687"/>
        </pc:sldMkLst>
      </pc:sldChg>
    </pc:docChg>
  </pc:docChgLst>
  <pc:docChgLst>
    <pc:chgData name="Anh Tuấn" userId="9766f3d5defb976b" providerId="Windows Live" clId="Web-{28C30F89-C34B-5B41-6107-AF4C85D96E18}"/>
    <pc:docChg chg="addSld delSld modSld sldOrd">
      <pc:chgData name="Anh Tuấn" userId="9766f3d5defb976b" providerId="Windows Live" clId="Web-{28C30F89-C34B-5B41-6107-AF4C85D96E18}" dt="2025-11-21T18:16:39.730" v="861" actId="20577"/>
      <pc:docMkLst>
        <pc:docMk/>
      </pc:docMkLst>
      <pc:sldChg chg="addSp delSp modSp">
        <pc:chgData name="Anh Tuấn" userId="9766f3d5defb976b" providerId="Windows Live" clId="Web-{28C30F89-C34B-5B41-6107-AF4C85D96E18}" dt="2025-11-21T15:01:01.923" v="261" actId="20577"/>
        <pc:sldMkLst>
          <pc:docMk/>
          <pc:sldMk cId="1227224867" sldId="607"/>
        </pc:sldMkLst>
        <pc:spChg chg="mod">
          <ac:chgData name="Anh Tuấn" userId="9766f3d5defb976b" providerId="Windows Live" clId="Web-{28C30F89-C34B-5B41-6107-AF4C85D96E18}" dt="2025-11-21T15:01:01.923" v="261" actId="20577"/>
          <ac:spMkLst>
            <pc:docMk/>
            <pc:sldMk cId="1227224867" sldId="607"/>
            <ac:spMk id="6" creationId="{77805575-1B7F-BF04-4216-35ED4C6D8132}"/>
          </ac:spMkLst>
        </pc:spChg>
        <pc:picChg chg="add mod">
          <ac:chgData name="Anh Tuấn" userId="9766f3d5defb976b" providerId="Windows Live" clId="Web-{28C30F89-C34B-5B41-6107-AF4C85D96E18}" dt="2025-11-21T14:59:59.781" v="255" actId="1076"/>
          <ac:picMkLst>
            <pc:docMk/>
            <pc:sldMk cId="1227224867" sldId="607"/>
            <ac:picMk id="3" creationId="{5517562F-3648-A4B7-56CD-91B38BC2AE97}"/>
          </ac:picMkLst>
        </pc:picChg>
      </pc:sldChg>
      <pc:sldChg chg="delSp modSp ord">
        <pc:chgData name="Anh Tuấn" userId="9766f3d5defb976b" providerId="Windows Live" clId="Web-{28C30F89-C34B-5B41-6107-AF4C85D96E18}" dt="2025-11-21T16:02:16.560" v="452"/>
        <pc:sldMkLst>
          <pc:docMk/>
          <pc:sldMk cId="3941142603" sldId="612"/>
        </pc:sldMkLst>
        <pc:spChg chg="mod">
          <ac:chgData name="Anh Tuấn" userId="9766f3d5defb976b" providerId="Windows Live" clId="Web-{28C30F89-C34B-5B41-6107-AF4C85D96E18}" dt="2025-11-21T15:38:07.580" v="383" actId="14100"/>
          <ac:spMkLst>
            <pc:docMk/>
            <pc:sldMk cId="3941142603" sldId="612"/>
            <ac:spMk id="15" creationId="{B8FBCF7C-FC51-8D11-2968-A84D2064F107}"/>
          </ac:spMkLst>
        </pc:spChg>
      </pc:sldChg>
      <pc:sldChg chg="addSp delSp modSp ord">
        <pc:chgData name="Anh Tuấn" userId="9766f3d5defb976b" providerId="Windows Live" clId="Web-{28C30F89-C34B-5B41-6107-AF4C85D96E18}" dt="2025-11-21T16:39:23.902" v="490"/>
        <pc:sldMkLst>
          <pc:docMk/>
          <pc:sldMk cId="1851933342" sldId="679"/>
        </pc:sldMkLst>
        <pc:spChg chg="add mod">
          <ac:chgData name="Anh Tuấn" userId="9766f3d5defb976b" providerId="Windows Live" clId="Web-{28C30F89-C34B-5B41-6107-AF4C85D96E18}" dt="2025-11-21T15:48:59.873" v="388" actId="20577"/>
          <ac:spMkLst>
            <pc:docMk/>
            <pc:sldMk cId="1851933342" sldId="679"/>
            <ac:spMk id="3" creationId="{3384F522-F03E-3AF1-C4F5-4D10F9A0F93E}"/>
          </ac:spMkLst>
        </pc:spChg>
        <pc:spChg chg="mod">
          <ac:chgData name="Anh Tuấn" userId="9766f3d5defb976b" providerId="Windows Live" clId="Web-{28C30F89-C34B-5B41-6107-AF4C85D96E18}" dt="2025-11-21T15:10:28.024" v="350" actId="20577"/>
          <ac:spMkLst>
            <pc:docMk/>
            <pc:sldMk cId="1851933342" sldId="679"/>
            <ac:spMk id="5" creationId="{8965E462-574F-437E-107D-2EBE67BCE3C2}"/>
          </ac:spMkLst>
        </pc:spChg>
        <pc:spChg chg="add mod">
          <ac:chgData name="Anh Tuấn" userId="9766f3d5defb976b" providerId="Windows Live" clId="Web-{28C30F89-C34B-5B41-6107-AF4C85D96E18}" dt="2025-11-21T15:12:43.716" v="377" actId="20577"/>
          <ac:spMkLst>
            <pc:docMk/>
            <pc:sldMk cId="1851933342" sldId="679"/>
            <ac:spMk id="9" creationId="{3CFC5ECF-EAAA-A9C8-D681-A0D658275496}"/>
          </ac:spMkLst>
        </pc:spChg>
        <pc:spChg chg="mod">
          <ac:chgData name="Anh Tuấn" userId="9766f3d5defb976b" providerId="Windows Live" clId="Web-{28C30F89-C34B-5B41-6107-AF4C85D96E18}" dt="2025-11-21T15:03:17.660" v="265" actId="20577"/>
          <ac:spMkLst>
            <pc:docMk/>
            <pc:sldMk cId="1851933342" sldId="679"/>
            <ac:spMk id="12" creationId="{51076A80-6B76-F27B-7F94-3B65DB90159A}"/>
          </ac:spMkLst>
        </pc:spChg>
        <pc:picChg chg="mod">
          <ac:chgData name="Anh Tuấn" userId="9766f3d5defb976b" providerId="Windows Live" clId="Web-{28C30F89-C34B-5B41-6107-AF4C85D96E18}" dt="2025-11-21T16:36:33.909" v="472" actId="14100"/>
          <ac:picMkLst>
            <pc:docMk/>
            <pc:sldMk cId="1851933342" sldId="679"/>
            <ac:picMk id="8" creationId="{055DB737-4EB2-A57E-DB51-CD4B94444E47}"/>
          </ac:picMkLst>
        </pc:picChg>
      </pc:sldChg>
      <pc:sldChg chg="addSp delSp modSp add replId addAnim delAnim">
        <pc:chgData name="Anh Tuấn" userId="9766f3d5defb976b" providerId="Windows Live" clId="Web-{28C30F89-C34B-5B41-6107-AF4C85D96E18}" dt="2025-11-21T18:16:22.447" v="856" actId="1076"/>
        <pc:sldMkLst>
          <pc:docMk/>
          <pc:sldMk cId="3143650525" sldId="680"/>
        </pc:sldMkLst>
        <pc:spChg chg="mod">
          <ac:chgData name="Anh Tuấn" userId="9766f3d5defb976b" providerId="Windows Live" clId="Web-{28C30F89-C34B-5B41-6107-AF4C85D96E18}" dt="2025-11-21T18:14:18.816" v="819" actId="1076"/>
          <ac:spMkLst>
            <pc:docMk/>
            <pc:sldMk cId="3143650525" sldId="680"/>
            <ac:spMk id="4" creationId="{D3EBBB08-3FB6-0EA3-E0A9-3D242081D55E}"/>
          </ac:spMkLst>
        </pc:spChg>
        <pc:spChg chg="mod">
          <ac:chgData name="Anh Tuấn" userId="9766f3d5defb976b" providerId="Windows Live" clId="Web-{28C30F89-C34B-5B41-6107-AF4C85D96E18}" dt="2025-11-21T18:15:55.179" v="850" actId="14100"/>
          <ac:spMkLst>
            <pc:docMk/>
            <pc:sldMk cId="3143650525" sldId="680"/>
            <ac:spMk id="7" creationId="{2A6996E7-E047-14BF-B8EC-F91A44B5EC76}"/>
          </ac:spMkLst>
        </pc:spChg>
        <pc:spChg chg="mod">
          <ac:chgData name="Anh Tuấn" userId="9766f3d5defb976b" providerId="Windows Live" clId="Web-{28C30F89-C34B-5B41-6107-AF4C85D96E18}" dt="2025-11-21T17:43:41.884" v="627" actId="20577"/>
          <ac:spMkLst>
            <pc:docMk/>
            <pc:sldMk cId="3143650525" sldId="680"/>
            <ac:spMk id="9" creationId="{939B6152-4812-7217-C80E-CF68956555CA}"/>
          </ac:spMkLst>
        </pc:spChg>
        <pc:spChg chg="mod">
          <ac:chgData name="Anh Tuấn" userId="9766f3d5defb976b" providerId="Windows Live" clId="Web-{28C30F89-C34B-5B41-6107-AF4C85D96E18}" dt="2025-11-21T18:15:55.194" v="851" actId="14100"/>
          <ac:spMkLst>
            <pc:docMk/>
            <pc:sldMk cId="3143650525" sldId="680"/>
            <ac:spMk id="11" creationId="{CA789796-96D3-6F36-23B5-6B15F1419DF6}"/>
          </ac:spMkLst>
        </pc:spChg>
        <pc:spChg chg="add mod">
          <ac:chgData name="Anh Tuấn" userId="9766f3d5defb976b" providerId="Windows Live" clId="Web-{28C30F89-C34B-5B41-6107-AF4C85D96E18}" dt="2025-11-21T18:11:20.813" v="771" actId="1076"/>
          <ac:spMkLst>
            <pc:docMk/>
            <pc:sldMk cId="3143650525" sldId="680"/>
            <ac:spMk id="13" creationId="{0C8ADC23-4D18-8E5E-C995-CBE44AE720FD}"/>
          </ac:spMkLst>
        </pc:spChg>
        <pc:spChg chg="mod">
          <ac:chgData name="Anh Tuấn" userId="9766f3d5defb976b" providerId="Windows Live" clId="Web-{28C30F89-C34B-5B41-6107-AF4C85D96E18}" dt="2025-11-21T18:15:55.210" v="852" actId="14100"/>
          <ac:spMkLst>
            <pc:docMk/>
            <pc:sldMk cId="3143650525" sldId="680"/>
            <ac:spMk id="15" creationId="{8218823F-B397-E8DD-DAA8-14187B7B233A}"/>
          </ac:spMkLst>
        </pc:spChg>
        <pc:spChg chg="mod">
          <ac:chgData name="Anh Tuấn" userId="9766f3d5defb976b" providerId="Windows Live" clId="Web-{28C30F89-C34B-5B41-6107-AF4C85D96E18}" dt="2025-11-21T18:15:55.226" v="853" actId="14100"/>
          <ac:spMkLst>
            <pc:docMk/>
            <pc:sldMk cId="3143650525" sldId="680"/>
            <ac:spMk id="16" creationId="{B06FA6C7-F3DB-7C06-FF7F-FF20F4C364BE}"/>
          </ac:spMkLst>
        </pc:spChg>
        <pc:spChg chg="mod">
          <ac:chgData name="Anh Tuấn" userId="9766f3d5defb976b" providerId="Windows Live" clId="Web-{28C30F89-C34B-5B41-6107-AF4C85D96E18}" dt="2025-11-21T18:14:18.832" v="820" actId="1076"/>
          <ac:spMkLst>
            <pc:docMk/>
            <pc:sldMk cId="3143650525" sldId="680"/>
            <ac:spMk id="17" creationId="{9D8DB9E2-4FFA-DF74-6F86-97D9E2BAD7AA}"/>
          </ac:spMkLst>
        </pc:spChg>
        <pc:spChg chg="mod">
          <ac:chgData name="Anh Tuấn" userId="9766f3d5defb976b" providerId="Windows Live" clId="Web-{28C30F89-C34B-5B41-6107-AF4C85D96E18}" dt="2025-11-21T18:14:18.848" v="821" actId="1076"/>
          <ac:spMkLst>
            <pc:docMk/>
            <pc:sldMk cId="3143650525" sldId="680"/>
            <ac:spMk id="19" creationId="{3A34F59A-0482-AE59-7741-711FA9F62F7E}"/>
          </ac:spMkLst>
        </pc:spChg>
        <pc:spChg chg="mod">
          <ac:chgData name="Anh Tuấn" userId="9766f3d5defb976b" providerId="Windows Live" clId="Web-{28C30F89-C34B-5B41-6107-AF4C85D96E18}" dt="2025-11-21T18:14:18.863" v="822" actId="1076"/>
          <ac:spMkLst>
            <pc:docMk/>
            <pc:sldMk cId="3143650525" sldId="680"/>
            <ac:spMk id="20" creationId="{0558C342-4360-A239-F7C1-28A5AD0208F1}"/>
          </ac:spMkLst>
        </pc:spChg>
        <pc:spChg chg="mod">
          <ac:chgData name="Anh Tuấn" userId="9766f3d5defb976b" providerId="Windows Live" clId="Web-{28C30F89-C34B-5B41-6107-AF4C85D96E18}" dt="2025-11-21T18:14:35.738" v="827" actId="1076"/>
          <ac:spMkLst>
            <pc:docMk/>
            <pc:sldMk cId="3143650525" sldId="680"/>
            <ac:spMk id="28" creationId="{9EFC5958-FBFD-DAC3-6855-E1660FFEEE49}"/>
          </ac:spMkLst>
        </pc:spChg>
        <pc:picChg chg="mod">
          <ac:chgData name="Anh Tuấn" userId="9766f3d5defb976b" providerId="Windows Live" clId="Web-{28C30F89-C34B-5B41-6107-AF4C85D96E18}" dt="2025-11-21T18:14:11.535" v="817" actId="1076"/>
          <ac:picMkLst>
            <pc:docMk/>
            <pc:sldMk cId="3143650525" sldId="680"/>
            <ac:picMk id="3" creationId="{8C84C2D2-EF94-DABD-4805-2219F14E54FB}"/>
          </ac:picMkLst>
        </pc:picChg>
      </pc:sldChg>
      <pc:sldChg chg="add replId">
        <pc:chgData name="Anh Tuấn" userId="9766f3d5defb976b" providerId="Windows Live" clId="Web-{28C30F89-C34B-5B41-6107-AF4C85D96E18}" dt="2025-11-21T16:33:22.634" v="469"/>
        <pc:sldMkLst>
          <pc:docMk/>
          <pc:sldMk cId="3284727289" sldId="681"/>
        </pc:sldMkLst>
      </pc:sldChg>
      <pc:sldChg chg="delSp modSp add ord replId">
        <pc:chgData name="Anh Tuấn" userId="9766f3d5defb976b" providerId="Windows Live" clId="Web-{28C30F89-C34B-5B41-6107-AF4C85D96E18}" dt="2025-11-21T18:16:39.730" v="861" actId="20577"/>
        <pc:sldMkLst>
          <pc:docMk/>
          <pc:sldMk cId="2406485433" sldId="682"/>
        </pc:sldMkLst>
        <pc:spChg chg="mod">
          <ac:chgData name="Anh Tuấn" userId="9766f3d5defb976b" providerId="Windows Live" clId="Web-{28C30F89-C34B-5B41-6107-AF4C85D96E18}" dt="2025-11-21T18:16:39.730" v="861" actId="20577"/>
          <ac:spMkLst>
            <pc:docMk/>
            <pc:sldMk cId="2406485433" sldId="682"/>
            <ac:spMk id="9" creationId="{870B489E-0D18-FE06-17BE-E486D74B515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3"/>
          </p:nvPr>
        </p:nvSpPr>
        <p:spPr>
          <a:xfrm>
            <a:off x="5151438" y="6176963"/>
            <a:ext cx="4276725" cy="3365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B1B767CA-43EC-469B-9392-A81DEB72C06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208127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5"/>
          </p:nvPr>
        </p:nvSpPr>
        <p:spPr>
          <a:xfrm>
            <a:off x="5591175" y="6397625"/>
            <a:ext cx="4276725" cy="3365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FDDD125-0757-4DF7-82C7-07E0E9E27A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090676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4650" y="841375"/>
            <a:ext cx="4040188" cy="227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3241675"/>
            <a:ext cx="7894638" cy="265271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DDD125-0757-4DF7-82C7-07E0E9E27AE7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753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4650" y="841375"/>
            <a:ext cx="4040188" cy="227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3241675"/>
            <a:ext cx="7894638" cy="26527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DDD125-0757-4DF7-82C7-07E0E9E27AE7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8480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339FE6-5E23-41BC-816E-CD13B37AFA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0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C48280-74EE-4284-B537-51386D188D4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5129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066A94-C31C-4ED9-BFB1-F6BA16EF90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7498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7D5FC8-6879-47FE-AFFE-E751ECCFF58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7911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7AC538-C048-42A1-8928-C6A3162437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8835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1859FD-EE78-40E8-BF3A-10DE1A0F9F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6076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0" y="-26988"/>
            <a:ext cx="12192000" cy="7080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endParaRPr lang="en-US" sz="4000"/>
          </a:p>
        </p:txBody>
      </p:sp>
      <p:cxnSp>
        <p:nvCxnSpPr>
          <p:cNvPr id="3" name="Straight Connector 3"/>
          <p:cNvCxnSpPr>
            <a:cxnSpLocks noChangeShapeType="1"/>
          </p:cNvCxnSpPr>
          <p:nvPr userDrawn="1"/>
        </p:nvCxnSpPr>
        <p:spPr bwMode="auto">
          <a:xfrm>
            <a:off x="0" y="854075"/>
            <a:ext cx="12192000" cy="0"/>
          </a:xfrm>
          <a:prstGeom prst="line">
            <a:avLst/>
          </a:prstGeom>
          <a:noFill/>
          <a:ln w="19050" cap="sq" algn="ctr">
            <a:solidFill>
              <a:srgbClr val="7030A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8" y="6381750"/>
            <a:ext cx="171926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5"/>
          <p:cNvCxnSpPr>
            <a:cxnSpLocks noChangeShapeType="1"/>
          </p:cNvCxnSpPr>
          <p:nvPr userDrawn="1"/>
        </p:nvCxnSpPr>
        <p:spPr bwMode="auto">
          <a:xfrm flipV="1">
            <a:off x="2127250" y="6384925"/>
            <a:ext cx="9656763" cy="0"/>
          </a:xfrm>
          <a:prstGeom prst="line">
            <a:avLst/>
          </a:prstGeom>
          <a:noFill/>
          <a:ln w="12700" cap="sq" algn="ctr">
            <a:solidFill>
              <a:srgbClr val="0000CC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2127250" y="6437313"/>
            <a:ext cx="9009063" cy="3381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en-US" sz="1600" err="1">
                <a:solidFill>
                  <a:srgbClr val="0000CC"/>
                </a:solidFill>
              </a:rPr>
              <a:t>EPU</a:t>
            </a:r>
            <a:r>
              <a:rPr lang="en-US" altLang="en-US" sz="1600">
                <a:solidFill>
                  <a:srgbClr val="0000CC"/>
                </a:solidFill>
              </a:rPr>
              <a:t>-FET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310938" y="6462713"/>
            <a:ext cx="504825" cy="287337"/>
          </a:xfrm>
        </p:spPr>
        <p:txBody>
          <a:bodyPr/>
          <a:lstStyle>
            <a:lvl1pPr>
              <a:defRPr sz="1200">
                <a:solidFill>
                  <a:srgbClr val="0000CC"/>
                </a:solidFill>
                <a:effectLst/>
              </a:defRPr>
            </a:lvl1pPr>
          </a:lstStyle>
          <a:p>
            <a:fld id="{4FDF00C2-5672-428D-93C9-481F5D3123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6612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78EEC5-F8C9-4AB3-84E0-574D0CBDF5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115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B78488-1675-4A2A-BC45-D31F0105AE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6565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232412-8F28-4E6E-B579-A189F8EBBF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6749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0B1D4A-CF90-4B8B-8CA6-B3AD6B0F5D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6997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4ADA73-95F9-4098-A008-6CFF8382B47F}" type="datetimeFigureOut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21EA8B-6738-420D-A13C-57BE7CBE3C0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389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43367F-116A-4CB3-8F17-9ED348C224C5}" type="datetimeFigureOut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5B6B61-443C-499C-A46D-CC69F9178F1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56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2FB264-FBDF-4931-B1A8-FFCD3CEB40C9}" type="datetimeFigureOut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D62837-C454-4804-9C31-8D079D4DFD5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10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B9F049-32FD-4F08-A5C1-C37550188F2D}" type="datetimeFigureOut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39240B-36F7-44F9-8DE4-B3EBDB32AC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98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1C130A-61E8-487F-9FF1-B5C0B027E252}" type="datetimeFigureOut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4254C7-D6AB-499B-8098-BD45786C8B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991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EE5D01-9FED-42FD-A73E-2759EA453341}" type="datetimeFigureOut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1CA307-F90B-434F-A1E5-F882D7DE49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0447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8EBF0-E306-4B80-AA0D-DABE9B38AB48}" type="datetimeFigureOut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3D43D4-7541-406A-9CDB-9559C1B4005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309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A65C1F-8FF7-49AE-B1DD-F572F4231CE9}" type="datetimeFigureOut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4D58C-3593-452B-ACF5-4E3290D690D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097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86ECF0-ECC8-4A99-A279-344F9DA58B41}" type="datetimeFigureOut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B376AF-F9CC-4CF1-B6EA-2092D67CCD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7673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B4FBAA-808E-43A3-8433-A761CD0B2947}" type="datetimeFigureOut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BA8B5-9365-41BF-A568-BF86DAB7BA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727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93A4D9-70E7-4BE4-BEAE-48DD7C90C0B5}" type="datetimeFigureOut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D0AACA-5B34-42DC-A8B0-927210BD35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28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7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fld id="{2141D2A8-81C1-4A4D-8D26-3FF3E0DCCB6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691" r:id="rId1"/>
    <p:sldLayoutId id="2147485692" r:id="rId2"/>
    <p:sldLayoutId id="2147485693" r:id="rId3"/>
    <p:sldLayoutId id="2147485694" r:id="rId4"/>
    <p:sldLayoutId id="2147485695" r:id="rId5"/>
    <p:sldLayoutId id="2147485696" r:id="rId6"/>
    <p:sldLayoutId id="2147485712" r:id="rId7"/>
    <p:sldLayoutId id="2147485697" r:id="rId8"/>
    <p:sldLayoutId id="2147485698" r:id="rId9"/>
    <p:sldLayoutId id="2147485699" r:id="rId10"/>
    <p:sldLayoutId id="214748570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59F5471-C6A3-4939-919A-5BA26BABACBB}" type="datetimeFigureOut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77403A37-7460-49FD-8526-A82ABE26F9D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01" r:id="rId1"/>
    <p:sldLayoutId id="2147485702" r:id="rId2"/>
    <p:sldLayoutId id="2147485703" r:id="rId3"/>
    <p:sldLayoutId id="2147485704" r:id="rId4"/>
    <p:sldLayoutId id="2147485705" r:id="rId5"/>
    <p:sldLayoutId id="2147485706" r:id="rId6"/>
    <p:sldLayoutId id="2147485707" r:id="rId7"/>
    <p:sldLayoutId id="2147485708" r:id="rId8"/>
    <p:sldLayoutId id="2147485709" r:id="rId9"/>
    <p:sldLayoutId id="2147485710" r:id="rId10"/>
    <p:sldLayoutId id="214748571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6.png"/><Relationship Id="rId10" Type="http://schemas.openxmlformats.org/officeDocument/2006/relationships/image" Target="../media/image13.jpeg"/><Relationship Id="rId4" Type="http://schemas.openxmlformats.org/officeDocument/2006/relationships/image" Target="../media/image5.png"/><Relationship Id="rId9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9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85E08-9A6C-5635-AFBA-FF7EE59A5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0774" y="11032017"/>
            <a:ext cx="7315200" cy="804862"/>
          </a:xfrm>
        </p:spPr>
        <p:txBody>
          <a:bodyPr/>
          <a:lstStyle/>
          <a:p>
            <a:endParaRPr 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92008-DAF2-7675-C99E-F9C181CC41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B78488-1675-4A2A-BC45-D31F0105AE1A}" type="slidenum">
              <a:rPr lang="en-US" altLang="en-US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1</a:t>
            </a:fld>
            <a:endParaRPr lang="en-US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2F085379-FFAB-FC03-5712-D6B2B43A9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3318" y="9903838"/>
            <a:ext cx="6616790" cy="603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4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altLang="en-US" sz="2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</a:t>
            </a:r>
            <a:r>
              <a:rPr lang="vi-VN" altLang="en-US" sz="2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US" sz="200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ỜNG</a:t>
            </a:r>
            <a:r>
              <a:rPr lang="en-US" altLang="en-US" sz="2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ĐẠI</a:t>
            </a:r>
            <a:r>
              <a:rPr lang="en-US" altLang="en-US" sz="2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HỌC</a:t>
            </a:r>
            <a:r>
              <a:rPr lang="en-US" altLang="en-US" sz="2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ĐIỆN</a:t>
            </a:r>
            <a:r>
              <a:rPr lang="en-US" altLang="en-US" sz="2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LỰC</a:t>
            </a:r>
            <a:endParaRPr lang="en-US" altLang="en-US" sz="20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eaLnBrk="1" hangingPunct="1">
              <a:spcBef>
                <a:spcPct val="4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altLang="en-US" sz="20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KHOA </a:t>
            </a:r>
            <a:r>
              <a:rPr lang="en-US" altLang="en-US" sz="2000" b="1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ĐIỆN</a:t>
            </a:r>
            <a:r>
              <a:rPr lang="en-US" altLang="en-US" sz="20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b="1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TỬ</a:t>
            </a:r>
            <a:r>
              <a:rPr lang="en-US" altLang="en-US" sz="20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altLang="en-US" sz="2000" b="1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VIỄN</a:t>
            </a:r>
            <a:r>
              <a:rPr lang="en-US" altLang="en-US" sz="20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THÔNG</a:t>
            </a:r>
            <a:endParaRPr lang="id-ID" altLang="en-US" sz="2000" b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eaLnBrk="1" hangingPunct="1">
              <a:spcBef>
                <a:spcPct val="4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endParaRPr lang="en-US" altLang="en-US" sz="2000" b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48194231-9A82-96E0-3428-1343A2A2F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350" y="5665788"/>
            <a:ext cx="666115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vi-VN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Hà Nội, Ngày  tháng  năm 2025</a:t>
            </a:r>
            <a:endParaRPr lang="en-US" i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7805575-1B7F-BF04-4216-35ED4C6D8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83" y="4245245"/>
            <a:ext cx="3802252" cy="1044602"/>
          </a:xfrm>
        </p:spPr>
        <p:txBody>
          <a:bodyPr lIns="91440" tIns="45720" rIns="91440" bIns="45720" anchor="b"/>
          <a:lstStyle/>
          <a:p>
            <a:r>
              <a:rPr lang="en-US" b="0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Sinh </a:t>
            </a:r>
            <a:r>
              <a:rPr lang="en-US" b="0" dirty="0" err="1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viên</a:t>
            </a:r>
            <a:r>
              <a:rPr lang="en-US" b="0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Trần Đình Dũng</a:t>
            </a:r>
            <a:b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MSSV :      21810510078</a:t>
            </a:r>
            <a:b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GVHD :     </a:t>
            </a:r>
            <a:r>
              <a:rPr lang="en-US" b="0" dirty="0" err="1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ThS</a:t>
            </a:r>
            <a:r>
              <a:rPr lang="en-US" b="0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b="0" dirty="0" err="1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Phạm</a:t>
            </a:r>
            <a:r>
              <a:rPr lang="en-US" b="0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Trọng</a:t>
            </a:r>
            <a:r>
              <a:rPr lang="en-US" b="0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Hoan</a:t>
            </a:r>
            <a:endParaRPr lang="en-US" b="0" dirty="0">
              <a:solidFill>
                <a:srgbClr val="00339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Hình ảnh 2" descr="Ảnh có chứa Đồ họa, Phông chữ, biểu tượng, ảnh chụp màn hình&#10;&#10;Nội dung do AI tạo ra có thể không chính xác.">
            <a:extLst>
              <a:ext uri="{FF2B5EF4-FFF2-40B4-BE49-F238E27FC236}">
                <a16:creationId xmlns:a16="http://schemas.microsoft.com/office/drawing/2014/main" id="{5517562F-3648-A4B7-56CD-91B38BC2A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7914" y="-755461"/>
            <a:ext cx="4721011" cy="3439818"/>
          </a:xfrm>
          <a:prstGeom prst="rect">
            <a:avLst/>
          </a:prstGeom>
        </p:spPr>
      </p:pic>
      <p:pic>
        <p:nvPicPr>
          <p:cNvPr id="13" name="Picture 12" descr="A blue dotted circle with white background&#10;&#10;AI-generated content may be incorrect.">
            <a:extLst>
              <a:ext uri="{FF2B5EF4-FFF2-40B4-BE49-F238E27FC236}">
                <a16:creationId xmlns:a16="http://schemas.microsoft.com/office/drawing/2014/main" id="{E2F15ED5-E32E-E75B-C459-143B5F86A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214" y="1371"/>
            <a:ext cx="8477122" cy="69582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DEC1CD2-1E12-A428-FBFE-3B7768D3AD67}"/>
              </a:ext>
            </a:extLst>
          </p:cNvPr>
          <p:cNvSpPr txBox="1"/>
          <p:nvPr/>
        </p:nvSpPr>
        <p:spPr>
          <a:xfrm>
            <a:off x="413289" y="1711271"/>
            <a:ext cx="11688304" cy="19860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vi-V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​</a:t>
            </a:r>
          </a:p>
          <a:p>
            <a:pPr>
              <a:lnSpc>
                <a:spcPts val="1425"/>
              </a:lnSpc>
            </a:pPr>
            <a:r>
              <a:rPr lang="vi-VN" sz="2500" b="1" baseline="0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ĐỀ TÀI :</a:t>
            </a:r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​</a:t>
            </a:r>
            <a:endParaRPr lang="en-US" sz="25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425"/>
              </a:lnSpc>
            </a:pPr>
            <a:endParaRPr lang="en-US" sz="25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725"/>
              </a:lnSpc>
            </a:pPr>
            <a:r>
              <a:rPr lang="en-US" sz="3000" b="1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THIẾT KẾ MÔ HÌNH HỆ THỐNG IOT GIÁM SÁT VÀ ĐIỀU KHIỂN TƯỚI TIÊU</a:t>
            </a:r>
            <a:r>
              <a:rPr lang="vi-VN" sz="3000" b="1" baseline="0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​</a:t>
            </a:r>
          </a:p>
          <a:p>
            <a:pPr>
              <a:lnSpc>
                <a:spcPts val="1725"/>
              </a:lnSpc>
            </a:pPr>
            <a:br>
              <a:rPr lang="vi-V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000" b="1" baseline="0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THÔNG MINH CÂY DƯA LÊ TRONG CANH TÁC NHÀ KÍNH</a:t>
            </a:r>
            <a:endParaRPr lang="vi-VN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725"/>
              </a:lnSpc>
            </a:pPr>
            <a:endParaRPr lang="vi-VN" sz="3000" b="1" dirty="0">
              <a:solidFill>
                <a:srgbClr val="00339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224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191875" y="6396038"/>
            <a:ext cx="504825" cy="2873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AC40943E-04B3-4E0B-BD1C-283B53761C78}" type="slidenum">
              <a:rPr lang="en-US" altLang="en-US" sz="1400" b="1">
                <a:solidFill>
                  <a:srgbClr val="0000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2</a:t>
            </a:fld>
            <a:endParaRPr lang="en-US" altLang="en-US" sz="1400" b="1">
              <a:solidFill>
                <a:srgbClr val="00009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Google Shape;200;p10">
            <a:extLst>
              <a:ext uri="{FF2B5EF4-FFF2-40B4-BE49-F238E27FC236}">
                <a16:creationId xmlns:a16="http://schemas.microsoft.com/office/drawing/2014/main" id="{F3940575-B1E2-3D2F-C954-7F090F812BE6}"/>
              </a:ext>
            </a:extLst>
          </p:cNvPr>
          <p:cNvSpPr/>
          <p:nvPr/>
        </p:nvSpPr>
        <p:spPr>
          <a:xfrm>
            <a:off x="0" y="-34757"/>
            <a:ext cx="12214257" cy="61768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lang="en-US" sz="1800" b="1">
              <a:ln/>
              <a:solidFill>
                <a:srgbClr val="00006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5EF6F1-DAAB-C8CE-59CA-558224A4C3A6}"/>
              </a:ext>
            </a:extLst>
          </p:cNvPr>
          <p:cNvSpPr txBox="1"/>
          <p:nvPr/>
        </p:nvSpPr>
        <p:spPr>
          <a:xfrm>
            <a:off x="4031585" y="487290"/>
            <a:ext cx="41182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800" b="1">
                <a:solidFill>
                  <a:srgbClr val="004F8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TRÌNH BÀY</a:t>
            </a:r>
            <a:endParaRPr lang="en-US" sz="4800" b="1">
              <a:solidFill>
                <a:srgbClr val="004F8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4AB4B7-DD70-CFA9-5BC5-1296BFFE8C1D}"/>
              </a:ext>
            </a:extLst>
          </p:cNvPr>
          <p:cNvSpPr/>
          <p:nvPr/>
        </p:nvSpPr>
        <p:spPr>
          <a:xfrm>
            <a:off x="816595" y="487291"/>
            <a:ext cx="2898550" cy="830997"/>
          </a:xfrm>
          <a:prstGeom prst="rect">
            <a:avLst/>
          </a:prstGeom>
          <a:solidFill>
            <a:srgbClr val="004F88"/>
          </a:solidFill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vi-VN" sz="4800" b="1" cap="none" spc="0">
                <a:ln/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NỘI DUNG</a:t>
            </a:r>
            <a:endParaRPr lang="en-US" sz="4800" b="1" cap="none" spc="0">
              <a:ln/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9A29A4-58CC-0ADD-A0E2-0D899685B0B7}"/>
              </a:ext>
            </a:extLst>
          </p:cNvPr>
          <p:cNvSpPr txBox="1"/>
          <p:nvPr/>
        </p:nvSpPr>
        <p:spPr>
          <a:xfrm>
            <a:off x="598836" y="3053674"/>
            <a:ext cx="483678" cy="553998"/>
          </a:xfrm>
          <a:prstGeom prst="rect">
            <a:avLst/>
          </a:prstGeom>
          <a:solidFill>
            <a:srgbClr val="004F88"/>
          </a:solidFill>
        </p:spPr>
        <p:txBody>
          <a:bodyPr wrap="square" rtlCol="0">
            <a:spAutoFit/>
          </a:bodyPr>
          <a:lstStyle/>
          <a:p>
            <a:r>
              <a:rPr lang="vi-VN" sz="3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3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0764699-FDB0-4656-1AE1-B42A94A0C191}"/>
              </a:ext>
            </a:extLst>
          </p:cNvPr>
          <p:cNvSpPr/>
          <p:nvPr/>
        </p:nvSpPr>
        <p:spPr>
          <a:xfrm>
            <a:off x="598836" y="1985434"/>
            <a:ext cx="483678" cy="553998"/>
          </a:xfrm>
          <a:prstGeom prst="rect">
            <a:avLst/>
          </a:prstGeom>
          <a:solidFill>
            <a:srgbClr val="004F88"/>
          </a:solidFill>
        </p:spPr>
        <p:txBody>
          <a:bodyPr wrap="square" lIns="91440" tIns="45720" rIns="91440" bIns="45720" anchor="t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vi-VN" sz="3000" b="1" cap="none" spc="0" dirty="0">
                <a:ln/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3000" b="1" cap="none" spc="0" dirty="0">
              <a:ln/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E97B5A-7272-71D3-378D-3C404ABDBE9D}"/>
              </a:ext>
            </a:extLst>
          </p:cNvPr>
          <p:cNvSpPr txBox="1"/>
          <p:nvPr/>
        </p:nvSpPr>
        <p:spPr>
          <a:xfrm>
            <a:off x="598836" y="4211271"/>
            <a:ext cx="483678" cy="553998"/>
          </a:xfrm>
          <a:prstGeom prst="rect">
            <a:avLst/>
          </a:prstGeom>
          <a:solidFill>
            <a:srgbClr val="004F88"/>
          </a:solidFill>
        </p:spPr>
        <p:txBody>
          <a:bodyPr wrap="square" rtlCol="0">
            <a:spAutoFit/>
          </a:bodyPr>
          <a:lstStyle/>
          <a:p>
            <a:r>
              <a:rPr lang="vi-VN" sz="30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3000" b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0331D6D-C7A7-AD72-418A-0A3B4AD57F9D}"/>
              </a:ext>
            </a:extLst>
          </p:cNvPr>
          <p:cNvSpPr/>
          <p:nvPr/>
        </p:nvSpPr>
        <p:spPr>
          <a:xfrm>
            <a:off x="598836" y="5133981"/>
            <a:ext cx="483678" cy="553998"/>
          </a:xfrm>
          <a:prstGeom prst="rect">
            <a:avLst/>
          </a:prstGeom>
          <a:solidFill>
            <a:srgbClr val="004F88"/>
          </a:solidFill>
        </p:spPr>
        <p:txBody>
          <a:bodyPr wrap="square" lIns="91440" tIns="45720" rIns="91440" bIns="45720" anchor="t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vi-VN" sz="3000" b="1" cap="none" spc="0">
                <a:ln/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3000" b="1" cap="none" spc="0">
              <a:ln/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D46095-C978-9145-E5EC-6ACDFC401F58}"/>
              </a:ext>
            </a:extLst>
          </p:cNvPr>
          <p:cNvSpPr txBox="1"/>
          <p:nvPr/>
        </p:nvSpPr>
        <p:spPr>
          <a:xfrm>
            <a:off x="1298811" y="1988233"/>
            <a:ext cx="41182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TỔNG QUAN DỰ ÁN</a:t>
            </a:r>
            <a:endParaRPr lang="en-US" sz="30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C919BB-F5F9-0E43-D72B-F1450700760C}"/>
              </a:ext>
            </a:extLst>
          </p:cNvPr>
          <p:cNvSpPr txBox="1"/>
          <p:nvPr/>
        </p:nvSpPr>
        <p:spPr>
          <a:xfrm>
            <a:off x="1298810" y="2923742"/>
            <a:ext cx="10893189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vi-VN" sz="3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THIẾT KẾ - TRIỂN KHAI HỆ THỐNG - GIẢI THÍCH CÁCH HOẠT ĐỘNG CỦA </a:t>
            </a:r>
            <a:r>
              <a:rPr lang="en-US" sz="3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TOÀN BỘ HỆ THỐNG</a:t>
            </a:r>
            <a:endParaRPr lang="vi-VN" sz="3000" b="1" i="1" u="sng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C132F1-3418-9C39-A1C6-E374B81F2FB7}"/>
              </a:ext>
            </a:extLst>
          </p:cNvPr>
          <p:cNvSpPr txBox="1"/>
          <p:nvPr/>
        </p:nvSpPr>
        <p:spPr>
          <a:xfrm>
            <a:off x="1298812" y="4206631"/>
            <a:ext cx="49685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KIỂM THỬ - ĐÁNH GIÁ</a:t>
            </a:r>
            <a:endParaRPr lang="en-US" sz="30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B1653F-2935-002A-9519-16EB39B7F0D3}"/>
              </a:ext>
            </a:extLst>
          </p:cNvPr>
          <p:cNvSpPr txBox="1"/>
          <p:nvPr/>
        </p:nvSpPr>
        <p:spPr>
          <a:xfrm>
            <a:off x="1298812" y="5125431"/>
            <a:ext cx="68407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0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KẾT LUẬN – HƯỚNG PHÁT TRIỂN</a:t>
            </a:r>
            <a:endParaRPr lang="en-US" sz="3000" b="1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832DDA-7A84-9F0D-F9B6-025DB5493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F00C2-5672-428D-93C9-481F5D312346}" type="slidenum">
              <a:rPr lang="en-US" alt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3</a:t>
            </a:fld>
            <a:endParaRPr lang="en-US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6DE702-5737-35A1-C39D-5304514735DE}"/>
              </a:ext>
            </a:extLst>
          </p:cNvPr>
          <p:cNvSpPr txBox="1"/>
          <p:nvPr/>
        </p:nvSpPr>
        <p:spPr>
          <a:xfrm>
            <a:off x="266204" y="1051192"/>
            <a:ext cx="6119446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vi-VN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1.1.   Đặt vấn đề </a:t>
            </a:r>
            <a:endParaRPr lang="en-US" b="1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Arrow: Striped Right 6">
            <a:extLst>
              <a:ext uri="{FF2B5EF4-FFF2-40B4-BE49-F238E27FC236}">
                <a16:creationId xmlns:a16="http://schemas.microsoft.com/office/drawing/2014/main" id="{0781BE30-AB4D-AE0E-5CF3-0835B331BD1D}"/>
              </a:ext>
            </a:extLst>
          </p:cNvPr>
          <p:cNvSpPr/>
          <p:nvPr/>
        </p:nvSpPr>
        <p:spPr>
          <a:xfrm>
            <a:off x="2604743" y="3481291"/>
            <a:ext cx="822562" cy="483765"/>
          </a:xfrm>
          <a:prstGeom prst="striped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CC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C16BD9-2DA5-E793-ACC9-A0BD61D6D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458"/>
            <a:ext cx="12199042" cy="9235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F907D5-B23F-EB80-5EF1-55E7B0FBE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204" y="350108"/>
            <a:ext cx="714375" cy="5810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8B0854-45DD-938B-D0E6-637272B17E28}"/>
              </a:ext>
            </a:extLst>
          </p:cNvPr>
          <p:cNvSpPr txBox="1"/>
          <p:nvPr/>
        </p:nvSpPr>
        <p:spPr>
          <a:xfrm>
            <a:off x="972988" y="345953"/>
            <a:ext cx="6567854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 rtl="0" eaLnBrk="0" fontAlgn="base" hangingPunct="0">
              <a:buNone/>
            </a:pPr>
            <a:r>
              <a:rPr lang="vi-VN" sz="3200" b="1" kern="120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TỔNG QUAN DỰ ÁN</a:t>
            </a:r>
            <a:endParaRPr lang="en-US" sz="3200" b="1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51DE711-E5FF-46F2-5371-4F19DF813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104056" y="816923"/>
            <a:ext cx="4105581" cy="1317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8FBCF7C-FC51-8D11-2968-A84D2064F107}"/>
              </a:ext>
            </a:extLst>
          </p:cNvPr>
          <p:cNvSpPr txBox="1"/>
          <p:nvPr/>
        </p:nvSpPr>
        <p:spPr>
          <a:xfrm>
            <a:off x="261445" y="1387414"/>
            <a:ext cx="640701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vi-VN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Phương pháp </a:t>
            </a:r>
            <a:r>
              <a:rPr lang="en-US" sz="24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tướ</a:t>
            </a:r>
            <a:r>
              <a:rPr lang="en-US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tiêu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thủ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công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bằng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sức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người</a:t>
            </a:r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D931CA8-CD63-603C-4247-320EDC0EBB42}"/>
              </a:ext>
            </a:extLst>
          </p:cNvPr>
          <p:cNvSpPr/>
          <p:nvPr/>
        </p:nvSpPr>
        <p:spPr>
          <a:xfrm>
            <a:off x="7528170" y="1628535"/>
            <a:ext cx="4062612" cy="146575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❌</a:t>
            </a:r>
            <a:r>
              <a:rPr lang="vi-VN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i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Về</a:t>
            </a:r>
            <a:r>
              <a:rPr lang="en-US" sz="2100" i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i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nhận</a:t>
            </a:r>
            <a:r>
              <a:rPr lang="en-US" sz="2100" i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i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lực</a:t>
            </a:r>
            <a:endParaRPr lang="vi-VN" sz="2100" i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Tốn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nhiều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thời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gian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công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sức</a:t>
            </a:r>
            <a:endParaRPr lang="vi-VN" sz="21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phí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nhân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công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để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vận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hành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việc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tưới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tiêu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mỗi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ngày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vi-VN" sz="21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9849524-B71C-8D18-7F30-B0B2E27A7BEE}"/>
              </a:ext>
            </a:extLst>
          </p:cNvPr>
          <p:cNvSpPr/>
          <p:nvPr/>
        </p:nvSpPr>
        <p:spPr>
          <a:xfrm>
            <a:off x="7526244" y="3188909"/>
            <a:ext cx="4062611" cy="143700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❌</a:t>
            </a:r>
            <a:r>
              <a:rPr lang="vi-VN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i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Về</a:t>
            </a:r>
            <a:r>
              <a:rPr lang="en-US" sz="2100" i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i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tài</a:t>
            </a:r>
            <a:r>
              <a:rPr lang="en-US" sz="2100" i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i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nguyên</a:t>
            </a:r>
            <a:endParaRPr lang="vi-VN" sz="2100" i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Khó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kiểm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soát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được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lượng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nước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tưới</a:t>
            </a:r>
            <a:endParaRPr lang="en-US" sz="21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Lãng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phí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nước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điện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năng</a:t>
            </a:r>
            <a:endParaRPr lang="vi-VN" sz="21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DE689F9-4922-6D83-4D5E-C119BB551FC6}"/>
              </a:ext>
            </a:extLst>
          </p:cNvPr>
          <p:cNvSpPr/>
          <p:nvPr/>
        </p:nvSpPr>
        <p:spPr>
          <a:xfrm>
            <a:off x="7520064" y="4767913"/>
            <a:ext cx="4062611" cy="136741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❌</a:t>
            </a:r>
            <a:r>
              <a:rPr lang="vi-VN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i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Về</a:t>
            </a:r>
            <a:r>
              <a:rPr lang="en-US" sz="2100" i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i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kỹ</a:t>
            </a:r>
            <a:r>
              <a:rPr lang="en-US" sz="2100" i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i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thuật</a:t>
            </a:r>
            <a:r>
              <a:rPr lang="en-US" sz="2100" i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2100" i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Năng</a:t>
            </a:r>
            <a:r>
              <a:rPr lang="en-US" sz="2100" i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i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suất</a:t>
            </a:r>
            <a:endParaRPr lang="vi-VN" sz="2100" i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Không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theo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dõi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được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thông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số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(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độ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ẩm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đất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pH,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nhiệt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độ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Không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có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dữ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liệu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đối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chiếu</a:t>
            </a:r>
            <a:endParaRPr lang="vi-VN" sz="21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8" name="Picture 4" descr="Hệ thống tưới ngầm tự động cho cây trồng - PHÁT TRIỂN TÀI SẢN TRÍ TUỆ - CỤC  SỞ HỮU TRÍ TUỆ">
            <a:extLst>
              <a:ext uri="{FF2B5EF4-FFF2-40B4-BE49-F238E27FC236}">
                <a16:creationId xmlns:a16="http://schemas.microsoft.com/office/drawing/2014/main" id="{14D499D7-64CB-8D05-C6D7-6F7271F66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45" y="2795631"/>
            <a:ext cx="2305046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ệ thống tưới tiêu tự động trong nông nghiệp | Giải pháp tốt cho cây trồng">
            <a:extLst>
              <a:ext uri="{FF2B5EF4-FFF2-40B4-BE49-F238E27FC236}">
                <a16:creationId xmlns:a16="http://schemas.microsoft.com/office/drawing/2014/main" id="{E08A660B-5A5A-B658-6568-34B08F20C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306" y="1969138"/>
            <a:ext cx="4062612" cy="407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1142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14820-CC28-1C9C-600F-88E16D14F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077EFA-9A55-32EA-8E7D-0DE9682B0B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F00C2-5672-428D-93C9-481F5D312346}" type="slidenum">
              <a:rPr lang="en-US" alt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4</a:t>
            </a:fld>
            <a:endParaRPr lang="en-US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65E462-574F-437E-107D-2EBE67BCE3C2}"/>
              </a:ext>
            </a:extLst>
          </p:cNvPr>
          <p:cNvSpPr txBox="1"/>
          <p:nvPr/>
        </p:nvSpPr>
        <p:spPr>
          <a:xfrm>
            <a:off x="266204" y="884492"/>
            <a:ext cx="6119446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vi-VN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1.2.  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Mục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tiêu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đồ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án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tốt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nghiệp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5DB737-4EB2-A57E-DB51-CD4B94444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" y="-28750"/>
            <a:ext cx="12188486" cy="9132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590322-41E1-4FAE-0E93-80ABA5859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204" y="267730"/>
            <a:ext cx="714375" cy="5810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076A80-6B76-F27B-7F94-3B65DB90159A}"/>
              </a:ext>
            </a:extLst>
          </p:cNvPr>
          <p:cNvSpPr txBox="1"/>
          <p:nvPr/>
        </p:nvSpPr>
        <p:spPr>
          <a:xfrm>
            <a:off x="972989" y="263574"/>
            <a:ext cx="6567854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buNone/>
            </a:pPr>
            <a:r>
              <a:rPr lang="vi-VN" sz="3200" b="1" kern="120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TỔNG QUAN DỰ ÁN</a:t>
            </a:r>
            <a:endParaRPr lang="vi-V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7EA5499-F652-5476-7A31-613FB26E3E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1155542" y="755139"/>
            <a:ext cx="4105581" cy="131784"/>
          </a:xfrm>
          <a:prstGeom prst="rect">
            <a:avLst/>
          </a:prstGeom>
        </p:spPr>
      </p:pic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3CFC5ECF-EAAA-A9C8-D681-A0D658275496}"/>
              </a:ext>
            </a:extLst>
          </p:cNvPr>
          <p:cNvSpPr txBox="1"/>
          <p:nvPr/>
        </p:nvSpPr>
        <p:spPr>
          <a:xfrm>
            <a:off x="5548911" y="2724882"/>
            <a:ext cx="836739" cy="6403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625"/>
              </a:lnSpc>
            </a:pPr>
            <a:r>
              <a:rPr lang="vi-VN" sz="88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endParaRPr lang="en-US" sz="8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IoT driven solutions for a wide range of applications">
            <a:extLst>
              <a:ext uri="{FF2B5EF4-FFF2-40B4-BE49-F238E27FC236}">
                <a16:creationId xmlns:a16="http://schemas.microsoft.com/office/drawing/2014/main" id="{F545E57B-11A9-E79E-1341-2CA4010531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577" y="2641802"/>
            <a:ext cx="1826977" cy="947126"/>
          </a:xfrm>
          <a:prstGeom prst="rect">
            <a:avLst/>
          </a:prstGeom>
        </p:spPr>
      </p:pic>
      <p:pic>
        <p:nvPicPr>
          <p:cNvPr id="15" name="Picture 1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95F7C989-0601-14D8-7DA0-D97A0E6BEE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17622" y="1523784"/>
            <a:ext cx="12188486" cy="685799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A98BED8-F1FC-AC67-1386-4AEC64B2C019}"/>
              </a:ext>
            </a:extLst>
          </p:cNvPr>
          <p:cNvSpPr txBox="1"/>
          <p:nvPr/>
        </p:nvSpPr>
        <p:spPr>
          <a:xfrm flipH="1">
            <a:off x="5230147" y="1842731"/>
            <a:ext cx="1682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KẾT HỢP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" name="Picture 19" descr="A pixelated image of a game&#10;&#10;AI-generated content may be incorrect.">
            <a:extLst>
              <a:ext uri="{FF2B5EF4-FFF2-40B4-BE49-F238E27FC236}">
                <a16:creationId xmlns:a16="http://schemas.microsoft.com/office/drawing/2014/main" id="{990EA8B0-4BCF-7905-5A31-5E841B9D9E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471" y="1339914"/>
            <a:ext cx="12192000" cy="685799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892A9A2-87B7-D9E1-5780-8BACE0054EA3}"/>
              </a:ext>
            </a:extLst>
          </p:cNvPr>
          <p:cNvSpPr txBox="1"/>
          <p:nvPr/>
        </p:nvSpPr>
        <p:spPr>
          <a:xfrm>
            <a:off x="4756127" y="4876547"/>
            <a:ext cx="3446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vi-VN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Ổ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 </a:t>
            </a:r>
            <a:r>
              <a:rPr lang="vi-VN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định,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realtime</a:t>
            </a:r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/>
              <a:buChar char="•"/>
            </a:pPr>
            <a:r>
              <a:rPr lang="vi-VN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4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hính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xác</a:t>
            </a:r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/>
              <a:buChar char="•"/>
            </a:pPr>
            <a:r>
              <a:rPr lang="vi-VN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Tối Ưu</a:t>
            </a:r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78B30A-F7F1-F4A8-E696-C5BB5F57C7C5}"/>
              </a:ext>
            </a:extLst>
          </p:cNvPr>
          <p:cNvSpPr txBox="1"/>
          <p:nvPr/>
        </p:nvSpPr>
        <p:spPr>
          <a:xfrm>
            <a:off x="5261123" y="4320056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TIÊU CHÍ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0" name="Picture 2" descr="IoT là ngành gì? Cơ hội việc làm, mức lương trung bình">
            <a:extLst>
              <a:ext uri="{FF2B5EF4-FFF2-40B4-BE49-F238E27FC236}">
                <a16:creationId xmlns:a16="http://schemas.microsoft.com/office/drawing/2014/main" id="{A099DC03-1190-1595-ADB5-6DEC27386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04" y="1413691"/>
            <a:ext cx="4706503" cy="2482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riển khai xây dựng hệ thống giám sát, theo dõi, đánh giá công tác chuyển  đổi số các cấp">
            <a:extLst>
              <a:ext uri="{FF2B5EF4-FFF2-40B4-BE49-F238E27FC236}">
                <a16:creationId xmlns:a16="http://schemas.microsoft.com/office/drawing/2014/main" id="{5C08F3BC-02C9-C25B-9B63-FD21DCDAD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921" y="1413690"/>
            <a:ext cx="5171841" cy="2482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1933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90412EB-F221-DA24-2ED9-671A722AB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1">
            <a:extLst>
              <a:ext uri="{FF2B5EF4-FFF2-40B4-BE49-F238E27FC236}">
                <a16:creationId xmlns:a16="http://schemas.microsoft.com/office/drawing/2014/main" id="{E955417F-82E7-E254-4069-70362BBA432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235B573C-A189-48EB-9438-A9F09880710F}" type="slidenum">
              <a:rPr lang="en-US" altLang="en-US" sz="120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5</a:t>
            </a:fld>
            <a:endParaRPr lang="en-US" altLang="en-US" sz="1200">
              <a:solidFill>
                <a:srgbClr val="0000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55" name="TextBox 3">
            <a:extLst>
              <a:ext uri="{FF2B5EF4-FFF2-40B4-BE49-F238E27FC236}">
                <a16:creationId xmlns:a16="http://schemas.microsoft.com/office/drawing/2014/main" id="{F64EFA68-481F-16B5-B547-D1A1A28A90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9" y="88900"/>
            <a:ext cx="101971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vi-VN" sz="28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Bãi gửi xe ( hình ảnh mô hình bãi gửi xe </a:t>
            </a:r>
            <a:endParaRPr lang="en-US" sz="28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84C2D2-EF94-DABD-4805-2219F14E5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89" y="-64956"/>
            <a:ext cx="12206377" cy="65767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9A85966-A61D-E65F-2292-42D8C0407414}"/>
              </a:ext>
            </a:extLst>
          </p:cNvPr>
          <p:cNvSpPr/>
          <p:nvPr/>
        </p:nvSpPr>
        <p:spPr>
          <a:xfrm>
            <a:off x="263352" y="188570"/>
            <a:ext cx="720080" cy="584775"/>
          </a:xfrm>
          <a:prstGeom prst="rect">
            <a:avLst/>
          </a:prstGeom>
          <a:solidFill>
            <a:srgbClr val="004F88"/>
          </a:solidFill>
        </p:spPr>
        <p:txBody>
          <a:bodyPr wrap="square" lIns="91440" tIns="45720" rIns="91440" bIns="45720" anchor="t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vi-VN" sz="3200" b="1">
                <a:ln/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vi-VN" sz="3200" b="1" cap="none" spc="0">
              <a:ln/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E796D2-252E-49A0-9ACA-8DD55C1772D9}"/>
              </a:ext>
            </a:extLst>
          </p:cNvPr>
          <p:cNvSpPr txBox="1"/>
          <p:nvPr/>
        </p:nvSpPr>
        <p:spPr>
          <a:xfrm>
            <a:off x="1022545" y="99781"/>
            <a:ext cx="11176643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vi-VN" sz="3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THIẾT KẾ - TRIỂN KHAI HỆ THỐNG - GIẢI THÍCH CÁCH HOẠT ĐỘNG</a:t>
            </a:r>
            <a:r>
              <a:rPr lang="en-US" sz="3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CỦA TOÀN BỘ HỆ THỐNG</a:t>
            </a:r>
            <a:endParaRPr lang="en-US" i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3B58EF-D9AD-78A7-D8A1-C9E8E86C733D}"/>
              </a:ext>
            </a:extLst>
          </p:cNvPr>
          <p:cNvCxnSpPr/>
          <p:nvPr/>
        </p:nvCxnSpPr>
        <p:spPr bwMode="auto">
          <a:xfrm>
            <a:off x="1188965" y="1078301"/>
            <a:ext cx="6921388" cy="32435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39B6152-4812-7217-C80E-CF68956555CA}"/>
              </a:ext>
            </a:extLst>
          </p:cNvPr>
          <p:cNvSpPr txBox="1"/>
          <p:nvPr/>
        </p:nvSpPr>
        <p:spPr>
          <a:xfrm>
            <a:off x="292626" y="1159614"/>
            <a:ext cx="372922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vi-VN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2.1.   Tổng quan hệ thống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EBBB08-3FB6-0EA3-E0A9-3D242081D55E}"/>
              </a:ext>
            </a:extLst>
          </p:cNvPr>
          <p:cNvSpPr txBox="1"/>
          <p:nvPr/>
        </p:nvSpPr>
        <p:spPr>
          <a:xfrm>
            <a:off x="265455" y="5123525"/>
            <a:ext cx="44365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6996E7-E047-14BF-B8EC-F91A44B5EC76}"/>
              </a:ext>
            </a:extLst>
          </p:cNvPr>
          <p:cNvSpPr/>
          <p:nvPr/>
        </p:nvSpPr>
        <p:spPr bwMode="auto">
          <a:xfrm>
            <a:off x="815728" y="5119204"/>
            <a:ext cx="3284381" cy="658814"/>
          </a:xfrm>
          <a:prstGeom prst="roundRect">
            <a:avLst/>
          </a:prstGeom>
          <a:ln>
            <a:solidFill>
              <a:srgbClr val="002060"/>
            </a:solidFill>
            <a:headEnd type="none" w="sm" len="sm"/>
            <a:tailEnd type="none" w="sm" len="sm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Perception Layer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789796-96D3-6F36-23B5-6B15F1419DF6}"/>
              </a:ext>
            </a:extLst>
          </p:cNvPr>
          <p:cNvSpPr/>
          <p:nvPr/>
        </p:nvSpPr>
        <p:spPr bwMode="auto">
          <a:xfrm>
            <a:off x="819709" y="4054921"/>
            <a:ext cx="3186512" cy="645531"/>
          </a:xfrm>
          <a:prstGeom prst="roundRect">
            <a:avLst/>
          </a:prstGeom>
          <a:ln>
            <a:solidFill>
              <a:srgbClr val="002060"/>
            </a:solidFill>
            <a:headEnd type="none" w="sm" len="sm"/>
            <a:tailEnd type="none" w="sm" len="sm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Network Layer </a:t>
            </a:r>
            <a:endParaRPr lang="en-US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218823F-B397-E8DD-DAA8-14187B7B233A}"/>
              </a:ext>
            </a:extLst>
          </p:cNvPr>
          <p:cNvSpPr/>
          <p:nvPr/>
        </p:nvSpPr>
        <p:spPr bwMode="auto">
          <a:xfrm>
            <a:off x="814578" y="3028187"/>
            <a:ext cx="3181681" cy="637417"/>
          </a:xfrm>
          <a:prstGeom prst="roundRect">
            <a:avLst/>
          </a:prstGeom>
          <a:ln>
            <a:solidFill>
              <a:srgbClr val="002060"/>
            </a:solidFill>
            <a:headEnd type="none" w="sm" len="sm"/>
            <a:tailEnd type="none" w="sm" len="sm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Processing Layer  </a:t>
            </a:r>
            <a:endParaRPr lang="en-US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06FA6C7-F3DB-7C06-FF7F-FF20F4C364BE}"/>
              </a:ext>
            </a:extLst>
          </p:cNvPr>
          <p:cNvSpPr/>
          <p:nvPr/>
        </p:nvSpPr>
        <p:spPr bwMode="auto">
          <a:xfrm>
            <a:off x="809390" y="1926080"/>
            <a:ext cx="3190373" cy="632458"/>
          </a:xfrm>
          <a:prstGeom prst="roundRect">
            <a:avLst/>
          </a:prstGeom>
          <a:ln>
            <a:solidFill>
              <a:srgbClr val="002060"/>
            </a:solidFill>
            <a:headEnd type="none" w="sm" len="sm"/>
            <a:tailEnd type="none" w="sm" len="sm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Aplication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Layer</a:t>
            </a:r>
          </a:p>
          <a:p>
            <a:pPr algn="ctr"/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8DB9E2-4FFA-DF74-6F86-97D9E2BAD7AA}"/>
              </a:ext>
            </a:extLst>
          </p:cNvPr>
          <p:cNvSpPr txBox="1"/>
          <p:nvPr/>
        </p:nvSpPr>
        <p:spPr>
          <a:xfrm>
            <a:off x="265011" y="4052086"/>
            <a:ext cx="58137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34F59A-0482-AE59-7741-711FA9F62F7E}"/>
              </a:ext>
            </a:extLst>
          </p:cNvPr>
          <p:cNvSpPr txBox="1"/>
          <p:nvPr/>
        </p:nvSpPr>
        <p:spPr>
          <a:xfrm>
            <a:off x="267624" y="2960733"/>
            <a:ext cx="549301" cy="4711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58C342-4360-A239-F7C1-28A5AD0208F1}"/>
              </a:ext>
            </a:extLst>
          </p:cNvPr>
          <p:cNvSpPr txBox="1"/>
          <p:nvPr/>
        </p:nvSpPr>
        <p:spPr>
          <a:xfrm>
            <a:off x="290158" y="1924809"/>
            <a:ext cx="32999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FC5958-FBFD-DAC3-6855-E1660FFEEE49}"/>
              </a:ext>
            </a:extLst>
          </p:cNvPr>
          <p:cNvSpPr txBox="1"/>
          <p:nvPr/>
        </p:nvSpPr>
        <p:spPr>
          <a:xfrm>
            <a:off x="1018899" y="5794271"/>
            <a:ext cx="2869765" cy="461665"/>
          </a:xfrm>
          <a:prstGeom prst="rect">
            <a:avLst/>
          </a:prstGeom>
          <a:solidFill>
            <a:srgbClr val="000066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IOT Layers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0C8ADC23-4D18-8E5E-C995-CBE44AE720FD}"/>
              </a:ext>
            </a:extLst>
          </p:cNvPr>
          <p:cNvSpPr txBox="1"/>
          <p:nvPr/>
        </p:nvSpPr>
        <p:spPr>
          <a:xfrm>
            <a:off x="6900932" y="5790128"/>
            <a:ext cx="3541689" cy="461665"/>
          </a:xfrm>
          <a:prstGeom prst="rect">
            <a:avLst/>
          </a:prstGeom>
          <a:solidFill>
            <a:srgbClr val="000066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Tổng</a:t>
            </a:r>
            <a:r>
              <a:rPr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</a:t>
            </a:r>
            <a:r>
              <a:rPr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hệ</a:t>
            </a:r>
            <a:r>
              <a:rPr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thống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9564A9-4CD9-8075-B65A-9CA993290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4" y="346198"/>
            <a:ext cx="11031514" cy="640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650525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5BA4C-E6FE-710D-B455-ABD35FF42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1">
            <a:extLst>
              <a:ext uri="{FF2B5EF4-FFF2-40B4-BE49-F238E27FC236}">
                <a16:creationId xmlns:a16="http://schemas.microsoft.com/office/drawing/2014/main" id="{61042677-D085-4360-5A4E-12EA8681392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235B573C-A189-48EB-9438-A9F09880710F}" type="slidenum">
              <a:rPr lang="en-US" altLang="en-US" sz="120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6</a:t>
            </a:fld>
            <a:endParaRPr lang="en-US" altLang="en-US" sz="1200">
              <a:solidFill>
                <a:srgbClr val="0000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55" name="TextBox 3">
            <a:extLst>
              <a:ext uri="{FF2B5EF4-FFF2-40B4-BE49-F238E27FC236}">
                <a16:creationId xmlns:a16="http://schemas.microsoft.com/office/drawing/2014/main" id="{B9D4432F-DCF2-1E77-27E3-AB33147E8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9" y="88900"/>
            <a:ext cx="101971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vi-VN" sz="28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Bãi gửi xe ( hình ảnh mô hình bãi gửi xe </a:t>
            </a:r>
            <a:endParaRPr lang="en-US" sz="28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73B32B-8CD7-E112-FAA2-C7168D731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8826"/>
            <a:ext cx="12206377" cy="645794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03074AE-F8FF-FEFA-9A99-4052CB71EF18}"/>
              </a:ext>
            </a:extLst>
          </p:cNvPr>
          <p:cNvSpPr/>
          <p:nvPr/>
        </p:nvSpPr>
        <p:spPr>
          <a:xfrm>
            <a:off x="304541" y="259874"/>
            <a:ext cx="720080" cy="584775"/>
          </a:xfrm>
          <a:prstGeom prst="rect">
            <a:avLst/>
          </a:prstGeom>
          <a:solidFill>
            <a:srgbClr val="004F88"/>
          </a:solidFill>
        </p:spPr>
        <p:txBody>
          <a:bodyPr wrap="square" lIns="91440" tIns="45720" rIns="91440" bIns="45720" anchor="t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vi-VN" sz="3200" b="1">
                <a:ln/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vi-VN" sz="3200" b="1" cap="none" spc="0">
              <a:ln/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252BFB-311C-7A39-5AEF-25301C24B339}"/>
              </a:ext>
            </a:extLst>
          </p:cNvPr>
          <p:cNvSpPr txBox="1"/>
          <p:nvPr/>
        </p:nvSpPr>
        <p:spPr>
          <a:xfrm>
            <a:off x="1024683" y="95117"/>
            <a:ext cx="11167317" cy="15081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vi-VN" sz="3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THIẾT KẾ - TRIỂN KHAI HỆ THỐNG - GIẢI THÍCH CÁCH HOẠT ĐỘNG </a:t>
            </a:r>
            <a:r>
              <a:rPr lang="en-US" sz="3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 TOÀN BỘ HỆ THỐNG</a:t>
            </a:r>
            <a:endParaRPr lang="vi-VN" sz="3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vi-VN" sz="3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4D6D769-9CBD-2489-A13A-0F5443C64E82}"/>
              </a:ext>
            </a:extLst>
          </p:cNvPr>
          <p:cNvCxnSpPr/>
          <p:nvPr/>
        </p:nvCxnSpPr>
        <p:spPr bwMode="auto">
          <a:xfrm>
            <a:off x="1220053" y="1133090"/>
            <a:ext cx="6808118" cy="22138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70B489E-0D18-FE06-17BE-E486D74B515F}"/>
              </a:ext>
            </a:extLst>
          </p:cNvPr>
          <p:cNvSpPr txBox="1"/>
          <p:nvPr/>
        </p:nvSpPr>
        <p:spPr>
          <a:xfrm>
            <a:off x="304284" y="1302803"/>
            <a:ext cx="477924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vi-VN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2.2.   Sơ đồ thiết kế phần cứng</a:t>
            </a:r>
            <a:endParaRPr lang="vi-VN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vi-V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 descr="A blue and black rectangle with white text&#10;&#10;AI-generated content may be incorrect.">
            <a:extLst>
              <a:ext uri="{FF2B5EF4-FFF2-40B4-BE49-F238E27FC236}">
                <a16:creationId xmlns:a16="http://schemas.microsoft.com/office/drawing/2014/main" id="{18C65145-3037-3363-E073-924137762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696" y="5698144"/>
            <a:ext cx="1924983" cy="764765"/>
          </a:xfrm>
          <a:prstGeom prst="rect">
            <a:avLst/>
          </a:prstGeom>
        </p:spPr>
      </p:pic>
      <p:pic>
        <p:nvPicPr>
          <p:cNvPr id="4" name="Picture 3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3A275911-AFEB-4F78-9BB5-44D633BB10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84" y="1774197"/>
            <a:ext cx="11583432" cy="39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485433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99069-4690-9A88-BB4A-B5562B381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1">
            <a:extLst>
              <a:ext uri="{FF2B5EF4-FFF2-40B4-BE49-F238E27FC236}">
                <a16:creationId xmlns:a16="http://schemas.microsoft.com/office/drawing/2014/main" id="{51DD22B2-C514-87D2-3BA4-01F323932B5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235B573C-A189-48EB-9438-A9F09880710F}" type="slidenum">
              <a:rPr lang="en-US" altLang="en-US" sz="120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7</a:t>
            </a:fld>
            <a:endParaRPr lang="en-US" altLang="en-US" sz="1200">
              <a:solidFill>
                <a:srgbClr val="0000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55" name="TextBox 3">
            <a:extLst>
              <a:ext uri="{FF2B5EF4-FFF2-40B4-BE49-F238E27FC236}">
                <a16:creationId xmlns:a16="http://schemas.microsoft.com/office/drawing/2014/main" id="{7A33D486-6563-CEBF-6C3D-6A8619825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9" y="88900"/>
            <a:ext cx="101971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vi-VN" sz="28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Bãi gửi xe ( hình ảnh mô hình bãi gửi xe </a:t>
            </a:r>
            <a:endParaRPr lang="en-US" sz="28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8295B4-17E0-D471-A04D-45411A4DC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377" y="-69175"/>
            <a:ext cx="12206377" cy="637556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E924FB6-9442-751C-19EA-E30088318EE9}"/>
              </a:ext>
            </a:extLst>
          </p:cNvPr>
          <p:cNvSpPr/>
          <p:nvPr/>
        </p:nvSpPr>
        <p:spPr>
          <a:xfrm>
            <a:off x="263352" y="198090"/>
            <a:ext cx="720080" cy="584775"/>
          </a:xfrm>
          <a:prstGeom prst="rect">
            <a:avLst/>
          </a:prstGeom>
          <a:solidFill>
            <a:srgbClr val="004F88"/>
          </a:solidFill>
        </p:spPr>
        <p:txBody>
          <a:bodyPr wrap="square" lIns="91440" tIns="45720" rIns="91440" bIns="45720" anchor="t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vi-VN" sz="3200" b="1">
                <a:ln/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vi-VN" sz="3200" b="1" cap="none" spc="0">
              <a:ln/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4E50A-C17F-CF72-D57A-96482A52ABD1}"/>
              </a:ext>
            </a:extLst>
          </p:cNvPr>
          <p:cNvSpPr txBox="1"/>
          <p:nvPr/>
        </p:nvSpPr>
        <p:spPr>
          <a:xfrm>
            <a:off x="983493" y="115712"/>
            <a:ext cx="11208507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vi-VN" sz="3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THIẾT KẾ </a:t>
            </a:r>
            <a:r>
              <a:rPr lang="vi-VN" sz="3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TRIỂN KHAI HỆ THỐNG - GIẢI THÍCH CÁCH HOẠT ĐỘNG CỦA</a:t>
            </a:r>
            <a:r>
              <a:rPr lang="en-US" sz="3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TOÀN BỘ HỆ THỐNG</a:t>
            </a:r>
            <a:endParaRPr lang="vi-VN" sz="3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3F96A3-AC32-2283-3C23-190E2EE4E109}"/>
              </a:ext>
            </a:extLst>
          </p:cNvPr>
          <p:cNvCxnSpPr/>
          <p:nvPr/>
        </p:nvCxnSpPr>
        <p:spPr bwMode="auto">
          <a:xfrm>
            <a:off x="1106782" y="1133089"/>
            <a:ext cx="6746335" cy="32435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D57FCEC-B80C-D4D4-1BDF-02D050E3D17E}"/>
              </a:ext>
            </a:extLst>
          </p:cNvPr>
          <p:cNvSpPr txBox="1"/>
          <p:nvPr/>
        </p:nvSpPr>
        <p:spPr>
          <a:xfrm>
            <a:off x="263095" y="1261614"/>
            <a:ext cx="734214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vi-VN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2.2.   Hình ảnh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hoàn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thiện</a:t>
            </a:r>
            <a:r>
              <a:rPr lang="vi-VN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phần cứng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mô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hình</a:t>
            </a:r>
            <a:r>
              <a:rPr lang="vi-VN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vi-VN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 descr="A green circuit board with many different components&#10;&#10;AI-generated content may be incorrect.">
            <a:extLst>
              <a:ext uri="{FF2B5EF4-FFF2-40B4-BE49-F238E27FC236}">
                <a16:creationId xmlns:a16="http://schemas.microsoft.com/office/drawing/2014/main" id="{79DD9FAF-0A57-7AA7-4C2D-84D750EB87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64" y="1819369"/>
            <a:ext cx="2520851" cy="1893927"/>
          </a:xfrm>
          <a:prstGeom prst="rect">
            <a:avLst/>
          </a:prstGeom>
        </p:spPr>
      </p:pic>
      <p:pic>
        <p:nvPicPr>
          <p:cNvPr id="19" name="Picture 18" descr="A blue circuit board with many different colored lines&#10;&#10;AI-generated content may be incorrect.">
            <a:extLst>
              <a:ext uri="{FF2B5EF4-FFF2-40B4-BE49-F238E27FC236}">
                <a16:creationId xmlns:a16="http://schemas.microsoft.com/office/drawing/2014/main" id="{2BE498E3-28EA-E631-57AD-6CBA2BF244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115" y="3830984"/>
            <a:ext cx="2520851" cy="1893927"/>
          </a:xfrm>
          <a:prstGeom prst="rect">
            <a:avLst/>
          </a:prstGeom>
        </p:spPr>
      </p:pic>
      <p:pic>
        <p:nvPicPr>
          <p:cNvPr id="21" name="Picture 20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01DC38DA-04FE-F4EF-C3BE-6D73DE053C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591" y="1819370"/>
            <a:ext cx="2520851" cy="1890638"/>
          </a:xfrm>
          <a:prstGeom prst="rect">
            <a:avLst/>
          </a:prstGeom>
        </p:spPr>
      </p:pic>
      <p:pic>
        <p:nvPicPr>
          <p:cNvPr id="23" name="Picture 22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2DAE4523-3CFE-9634-4D0F-1007AE90482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591" y="3841839"/>
            <a:ext cx="2520851" cy="189063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D96F3D9-4036-BA03-5B44-81AD6006A9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559" y="1819369"/>
            <a:ext cx="2520852" cy="189063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3A25C6D-E440-146F-1C4A-DA67D438FD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559" y="3841839"/>
            <a:ext cx="2520851" cy="189063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5D370FB-D6C4-16DF-E7E1-53B281C54F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4912" y="3830983"/>
            <a:ext cx="2520851" cy="190149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E9DA38A-EE57-45C7-1362-98C7F859A4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94911" y="1843633"/>
            <a:ext cx="2520852" cy="189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159792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99069-4690-9A88-BB4A-B5562B381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1">
            <a:extLst>
              <a:ext uri="{FF2B5EF4-FFF2-40B4-BE49-F238E27FC236}">
                <a16:creationId xmlns:a16="http://schemas.microsoft.com/office/drawing/2014/main" id="{51DD22B2-C514-87D2-3BA4-01F323932B5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235B573C-A189-48EB-9438-A9F09880710F}" type="slidenum">
              <a:rPr lang="en-US" altLang="en-US" sz="120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8</a:t>
            </a:fld>
            <a:endParaRPr lang="en-US" altLang="en-US" sz="1200">
              <a:solidFill>
                <a:srgbClr val="0000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55" name="TextBox 3">
            <a:extLst>
              <a:ext uri="{FF2B5EF4-FFF2-40B4-BE49-F238E27FC236}">
                <a16:creationId xmlns:a16="http://schemas.microsoft.com/office/drawing/2014/main" id="{7A33D486-6563-CEBF-6C3D-6A8619825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9" y="88900"/>
            <a:ext cx="101971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vi-VN" sz="28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Bãi gửi xe ( hình ảnh mô hình bãi gửi xe </a:t>
            </a:r>
            <a:endParaRPr lang="en-US" sz="28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8295B4-17E0-D471-A04D-45411A4DC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377" y="-69175"/>
            <a:ext cx="12206377" cy="637556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E924FB6-9442-751C-19EA-E30088318EE9}"/>
              </a:ext>
            </a:extLst>
          </p:cNvPr>
          <p:cNvSpPr/>
          <p:nvPr/>
        </p:nvSpPr>
        <p:spPr>
          <a:xfrm>
            <a:off x="263352" y="198090"/>
            <a:ext cx="720080" cy="584775"/>
          </a:xfrm>
          <a:prstGeom prst="rect">
            <a:avLst/>
          </a:prstGeom>
          <a:solidFill>
            <a:srgbClr val="004F88"/>
          </a:solidFill>
        </p:spPr>
        <p:txBody>
          <a:bodyPr wrap="square" lIns="91440" tIns="45720" rIns="91440" bIns="45720" anchor="t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vi-VN" sz="3200" b="1">
                <a:ln/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vi-VN" sz="3200" b="1" cap="none" spc="0">
              <a:ln/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4E50A-C17F-CF72-D57A-96482A52ABD1}"/>
              </a:ext>
            </a:extLst>
          </p:cNvPr>
          <p:cNvSpPr txBox="1"/>
          <p:nvPr/>
        </p:nvSpPr>
        <p:spPr>
          <a:xfrm>
            <a:off x="983493" y="115712"/>
            <a:ext cx="11208507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vi-VN" sz="3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THIẾT KẾ </a:t>
            </a:r>
            <a:r>
              <a:rPr lang="vi-VN" sz="3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TRIỂN KHAI HỆ THỐNG - GIẢI THÍCH CÁCH HOẠT ĐỘNG CỦA</a:t>
            </a:r>
            <a:r>
              <a:rPr lang="en-US" sz="3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TOÀN BỘ HỆ THỐNG</a:t>
            </a:r>
            <a:endParaRPr lang="vi-VN" sz="3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3F96A3-AC32-2283-3C23-190E2EE4E109}"/>
              </a:ext>
            </a:extLst>
          </p:cNvPr>
          <p:cNvCxnSpPr/>
          <p:nvPr/>
        </p:nvCxnSpPr>
        <p:spPr bwMode="auto">
          <a:xfrm>
            <a:off x="1106782" y="1133089"/>
            <a:ext cx="6746335" cy="32435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D57FCEC-B80C-D4D4-1BDF-02D050E3D17E}"/>
              </a:ext>
            </a:extLst>
          </p:cNvPr>
          <p:cNvSpPr txBox="1"/>
          <p:nvPr/>
        </p:nvSpPr>
        <p:spPr>
          <a:xfrm>
            <a:off x="263095" y="1261614"/>
            <a:ext cx="1155266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vi-VN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vi-VN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  Hình ảnh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hoàn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thiện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trên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thiệt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bị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điện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thoại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hệ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điều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hành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Android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IOS</a:t>
            </a:r>
            <a:endParaRPr lang="vi-VN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15B43C-5024-903C-3EE7-F7C24383F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93" y="1723280"/>
            <a:ext cx="5204255" cy="43268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F8A630-83CF-FB68-D180-76A672D3B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673" y="1726298"/>
            <a:ext cx="4702622" cy="423845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844627-8F53-8068-0BE3-2EF6360EA1C4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811646"/>
            <a:ext cx="0" cy="4238449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2" name="Picture 21" descr="A blue and white sign&#10;&#10;AI-generated content may be incorrect.">
            <a:extLst>
              <a:ext uri="{FF2B5EF4-FFF2-40B4-BE49-F238E27FC236}">
                <a16:creationId xmlns:a16="http://schemas.microsoft.com/office/drawing/2014/main" id="{95699FB2-C1FA-1C6A-E3A2-443F096D34D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939" y="6077251"/>
            <a:ext cx="684245" cy="263274"/>
          </a:xfrm>
          <a:prstGeom prst="rect">
            <a:avLst/>
          </a:prstGeom>
        </p:spPr>
      </p:pic>
      <p:pic>
        <p:nvPicPr>
          <p:cNvPr id="25" name="Picture 24" descr="A blue background with white letters&#10;&#10;AI-generated content may be incorrect.">
            <a:extLst>
              <a:ext uri="{FF2B5EF4-FFF2-40B4-BE49-F238E27FC236}">
                <a16:creationId xmlns:a16="http://schemas.microsoft.com/office/drawing/2014/main" id="{D2C30FEC-305D-B64A-1184-F8A641F26E4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9080770" y="6050095"/>
            <a:ext cx="684245" cy="25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67573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B8E11-3EC6-DA41-38BC-CC12D4D8C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1">
            <a:extLst>
              <a:ext uri="{FF2B5EF4-FFF2-40B4-BE49-F238E27FC236}">
                <a16:creationId xmlns:a16="http://schemas.microsoft.com/office/drawing/2014/main" id="{38156963-5093-FAEB-5E54-CC245F2151B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235B573C-A189-48EB-9438-A9F09880710F}" type="slidenum">
              <a:rPr lang="en-US" altLang="en-US" sz="120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9</a:t>
            </a:fld>
            <a:endParaRPr lang="en-US" altLang="en-US" sz="1200">
              <a:solidFill>
                <a:srgbClr val="0000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55" name="TextBox 3">
            <a:extLst>
              <a:ext uri="{FF2B5EF4-FFF2-40B4-BE49-F238E27FC236}">
                <a16:creationId xmlns:a16="http://schemas.microsoft.com/office/drawing/2014/main" id="{74B322E2-F1A6-9549-C8E3-1592C7E51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9" y="88900"/>
            <a:ext cx="101971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vi-VN" sz="28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Bãi gửi xe ( hình ảnh mô hình bãi gửi xe </a:t>
            </a:r>
            <a:endParaRPr lang="en-US" sz="28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84CB94-E604-DA75-400B-649BE1F31A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47951"/>
            <a:ext cx="12209406" cy="624232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4ADC237-FA36-9CBF-7DFC-224E786F016C}"/>
              </a:ext>
            </a:extLst>
          </p:cNvPr>
          <p:cNvSpPr/>
          <p:nvPr/>
        </p:nvSpPr>
        <p:spPr>
          <a:xfrm>
            <a:off x="263352" y="320993"/>
            <a:ext cx="720080" cy="584775"/>
          </a:xfrm>
          <a:prstGeom prst="rect">
            <a:avLst/>
          </a:prstGeom>
          <a:solidFill>
            <a:srgbClr val="004F88"/>
          </a:solidFill>
        </p:spPr>
        <p:txBody>
          <a:bodyPr wrap="square" lIns="91440" tIns="45720" rIns="91440" bIns="45720" anchor="t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vi-VN" sz="3200" b="1">
                <a:ln/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vi-VN" sz="3200" b="1" cap="none" spc="0">
              <a:ln/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D200B-4A33-04A4-53C2-832A3C2F70FC}"/>
              </a:ext>
            </a:extLst>
          </p:cNvPr>
          <p:cNvSpPr txBox="1"/>
          <p:nvPr/>
        </p:nvSpPr>
        <p:spPr>
          <a:xfrm>
            <a:off x="983493" y="158562"/>
            <a:ext cx="11208567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vi-VN" sz="3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THIẾT KẾ </a:t>
            </a:r>
            <a:r>
              <a:rPr lang="vi-VN" sz="3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TRIỂN KHAI HỆ THỐNG - GIẢI THÍCH CÁCH HOẠT ĐỘNG</a:t>
            </a:r>
            <a:r>
              <a:rPr lang="en-US" sz="3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CỦA TOÀN BỘ HỆ THỐNG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F0CC1A-5E26-160C-5CF8-CC5DCC3B8130}"/>
              </a:ext>
            </a:extLst>
          </p:cNvPr>
          <p:cNvCxnSpPr/>
          <p:nvPr/>
        </p:nvCxnSpPr>
        <p:spPr bwMode="auto">
          <a:xfrm flipV="1">
            <a:off x="1125382" y="1122012"/>
            <a:ext cx="6705146" cy="8752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8AD2A22-D09D-1BCA-F6A5-ECDA2F62215D}"/>
              </a:ext>
            </a:extLst>
          </p:cNvPr>
          <p:cNvSpPr txBox="1"/>
          <p:nvPr/>
        </p:nvSpPr>
        <p:spPr>
          <a:xfrm>
            <a:off x="266980" y="1199831"/>
            <a:ext cx="1016483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vi-VN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vi-VN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  Giải thíc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A screenshot of a social media account&#10;&#10;AI-generated content may be incorrect.">
            <a:extLst>
              <a:ext uri="{FF2B5EF4-FFF2-40B4-BE49-F238E27FC236}">
                <a16:creationId xmlns:a16="http://schemas.microsoft.com/office/drawing/2014/main" id="{25A0D3A3-3B98-9418-4D6B-650BBBAD3E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462" y="2958750"/>
            <a:ext cx="1718142" cy="33187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5423D1-4091-08C2-A77B-F23E4C33EDE4}"/>
              </a:ext>
            </a:extLst>
          </p:cNvPr>
          <p:cNvSpPr txBox="1"/>
          <p:nvPr/>
        </p:nvSpPr>
        <p:spPr>
          <a:xfrm>
            <a:off x="2341830" y="3216644"/>
            <a:ext cx="2179820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Giấy</a:t>
            </a:r>
            <a:r>
              <a:rPr lang="vi-VN" sz="2100" baseline="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phép : </a:t>
            </a:r>
            <a:endParaRPr lang="en-US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DAC53333-5612-A76B-44FD-E671FCE210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3305" y="3695610"/>
            <a:ext cx="3538605" cy="25332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3E68A9-0F5D-B68F-9AB5-DB47A99425A0}"/>
              </a:ext>
            </a:extLst>
          </p:cNvPr>
          <p:cNvSpPr txBox="1"/>
          <p:nvPr/>
        </p:nvSpPr>
        <p:spPr>
          <a:xfrm>
            <a:off x="3846760" y="1645425"/>
            <a:ext cx="7647976" cy="15132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Sử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dụng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mô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hình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YOLOv8n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phiên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bản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nano -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nhẹ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nhanh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nhất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YOLOv8)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đã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được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huấn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luyện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sẵn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(pre-trained)</a:t>
            </a:r>
            <a:endParaRPr lang="en-US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Nhiệm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vụ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: </a:t>
            </a:r>
            <a:r>
              <a:rPr lang="en-US" sz="2100" dirty="0" err="1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Tìm</a:t>
            </a:r>
            <a:r>
              <a:rPr lang="en-US" sz="21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vẽ</a:t>
            </a:r>
            <a:r>
              <a:rPr lang="en-US" sz="21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khung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bao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quanh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(bounding box)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loại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xe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ô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tô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xe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tải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xe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buýt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trong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khung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hình</a:t>
            </a:r>
            <a:r>
              <a:rPr lang="en-US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257615344-1af57131-3ada-470a-b798-95fff00254e6">
            <a:hlinkClick r:id="" action="ppaction://media"/>
            <a:extLst>
              <a:ext uri="{FF2B5EF4-FFF2-40B4-BE49-F238E27FC236}">
                <a16:creationId xmlns:a16="http://schemas.microsoft.com/office/drawing/2014/main" id="{EB8F0EE5-D356-637F-65C4-6589E29223F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152423" y="3209783"/>
            <a:ext cx="2791019" cy="28166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86998AD-8974-EA15-4FCD-CDB37139A51B}"/>
              </a:ext>
            </a:extLst>
          </p:cNvPr>
          <p:cNvSpPr txBox="1"/>
          <p:nvPr/>
        </p:nvSpPr>
        <p:spPr>
          <a:xfrm>
            <a:off x="261968" y="1655401"/>
            <a:ext cx="316977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Giới thiệu về AI </a:t>
            </a:r>
            <a:endParaRPr lang="en-US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D1C5C6-5326-EB17-2062-8A0B8DD7D3E8}"/>
              </a:ext>
            </a:extLst>
          </p:cNvPr>
          <p:cNvSpPr txBox="1"/>
          <p:nvPr/>
        </p:nvSpPr>
        <p:spPr>
          <a:xfrm>
            <a:off x="261968" y="2368047"/>
            <a:ext cx="303016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Bản quyền thuộc về :</a:t>
            </a:r>
            <a:r>
              <a:rPr lang="vi-VN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07449D-3113-9E90-AEF6-56E48D65D9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3956" y="3209784"/>
            <a:ext cx="2711807" cy="281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72728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86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0E732-FC73-53D5-7193-BEDFFB6F9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1">
            <a:extLst>
              <a:ext uri="{FF2B5EF4-FFF2-40B4-BE49-F238E27FC236}">
                <a16:creationId xmlns:a16="http://schemas.microsoft.com/office/drawing/2014/main" id="{746168F5-B07D-2B22-7B97-A4908F7B501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235B573C-A189-48EB-9438-A9F09880710F}" type="slidenum">
              <a:rPr lang="en-US" altLang="en-US" sz="120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10</a:t>
            </a:fld>
            <a:endParaRPr lang="en-US" altLang="en-US" sz="1200">
              <a:solidFill>
                <a:srgbClr val="0000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55" name="TextBox 3">
            <a:extLst>
              <a:ext uri="{FF2B5EF4-FFF2-40B4-BE49-F238E27FC236}">
                <a16:creationId xmlns:a16="http://schemas.microsoft.com/office/drawing/2014/main" id="{7920CBED-75D2-51DB-56EF-304000477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9" y="88900"/>
            <a:ext cx="101971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vi-VN" sz="28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Bãi gửi xe ( hình ảnh mô hình bãi gửi xe </a:t>
            </a:r>
            <a:endParaRPr lang="en-US" sz="28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963DA5-4EDB-7DDF-DA58-756656D6B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25" y="-27024"/>
            <a:ext cx="12210707" cy="63578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8398FB4-73FE-923B-8B8E-5F816F31F294}"/>
              </a:ext>
            </a:extLst>
          </p:cNvPr>
          <p:cNvSpPr/>
          <p:nvPr/>
        </p:nvSpPr>
        <p:spPr>
          <a:xfrm>
            <a:off x="274395" y="319568"/>
            <a:ext cx="720080" cy="584775"/>
          </a:xfrm>
          <a:prstGeom prst="rect">
            <a:avLst/>
          </a:prstGeom>
          <a:solidFill>
            <a:srgbClr val="004F88"/>
          </a:solidFill>
        </p:spPr>
        <p:txBody>
          <a:bodyPr wrap="square" lIns="91440" tIns="45720" rIns="91440" bIns="45720" anchor="t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vi-VN" sz="3200" b="1">
                <a:ln/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vi-VN" sz="3200" b="1" cap="none" spc="0">
              <a:ln/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586A83-5EF0-C42F-E2AE-972B7FE42580}"/>
              </a:ext>
            </a:extLst>
          </p:cNvPr>
          <p:cNvSpPr txBox="1"/>
          <p:nvPr/>
        </p:nvSpPr>
        <p:spPr>
          <a:xfrm>
            <a:off x="994536" y="140037"/>
            <a:ext cx="11208567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vi-VN" sz="32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THIẾT KẾ </a:t>
            </a:r>
            <a:r>
              <a:rPr lang="vi-VN" sz="30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TRIỂN KHAI HỆ THỐNG - GIẢI THÍCH CÁCH HOẠT ĐỘNG CỦA  </a:t>
            </a:r>
            <a:r>
              <a:rPr lang="vi-VN" sz="3000" b="1" i="1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</a:t>
            </a:r>
            <a:r>
              <a:rPr lang="vi-VN" sz="3000" b="1" i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 </a:t>
            </a:r>
            <a:r>
              <a:rPr lang="vi-VN" sz="3000" b="1" i="1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THANH TOÁN ONLINE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A77EEC3-026E-6ABC-BB3B-C55BC96670F7}"/>
              </a:ext>
            </a:extLst>
          </p:cNvPr>
          <p:cNvCxnSpPr/>
          <p:nvPr/>
        </p:nvCxnSpPr>
        <p:spPr bwMode="auto">
          <a:xfrm flipV="1">
            <a:off x="1170802" y="1117025"/>
            <a:ext cx="6705146" cy="8752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9573BAA-50FA-E0B1-6734-B6E7C69EAAC1}"/>
              </a:ext>
            </a:extLst>
          </p:cNvPr>
          <p:cNvSpPr txBox="1"/>
          <p:nvPr/>
        </p:nvSpPr>
        <p:spPr>
          <a:xfrm>
            <a:off x="266980" y="1266092"/>
            <a:ext cx="10164838" cy="152349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vi-VN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2.3    Giải thích luồng hoạt động của phần cứng và cách AI xử lý hình ảnh</a:t>
            </a:r>
          </a:p>
          <a:p>
            <a:endParaRPr lang="vi-VN" sz="210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vi-VN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vi-VN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vi-VN" b="1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DF4D32-3876-D522-CC17-5169F94A77FD}"/>
              </a:ext>
            </a:extLst>
          </p:cNvPr>
          <p:cNvSpPr txBox="1"/>
          <p:nvPr/>
        </p:nvSpPr>
        <p:spPr>
          <a:xfrm>
            <a:off x="3450565" y="3207316"/>
            <a:ext cx="180202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4333E6F-E694-93EA-F303-7B41FAF23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25" y="1691382"/>
            <a:ext cx="12192000" cy="15301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56F6416-DAFF-1688-458F-7901880C0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24" y="5011521"/>
            <a:ext cx="1653260" cy="10692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92E68F-5814-436B-D1BE-57D2AA69DF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2918" y="3214876"/>
            <a:ext cx="5313308" cy="29795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9CEF47-CD1D-E7AE-0204-EAE4BE9BA7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24" y="3193165"/>
            <a:ext cx="6721545" cy="176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485096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1"/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40BD6507-7723-4C67-8361-986C707760FD}" type="slidenum">
              <a:rPr lang="en-US" altLang="en-US" sz="120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11</a:t>
            </a:fld>
            <a:endParaRPr lang="en-US" altLang="en-US" sz="1200">
              <a:solidFill>
                <a:srgbClr val="0000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8AD454-5347-0CDD-6381-1CF2703CE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708" y="-185681"/>
            <a:ext cx="12210707" cy="6357809"/>
          </a:xfrm>
          <a:prstGeom prst="rect">
            <a:avLst/>
          </a:prstGeom>
          <a:gradFill>
            <a:gsLst>
              <a:gs pos="16058">
                <a:schemeClr val="accent5"/>
              </a:gs>
              <a:gs pos="0">
                <a:srgbClr val="0099FF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21BDA73-E2FF-C8A5-2114-7ECB54942FFD}"/>
              </a:ext>
            </a:extLst>
          </p:cNvPr>
          <p:cNvSpPr/>
          <p:nvPr/>
        </p:nvSpPr>
        <p:spPr bwMode="auto">
          <a:xfrm>
            <a:off x="1412666" y="2514600"/>
            <a:ext cx="9347960" cy="1828800"/>
          </a:xfrm>
          <a:prstGeom prst="round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vi-VN" sz="38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CHÂN THÀNH CẢM ƠN</a:t>
            </a:r>
          </a:p>
          <a:p>
            <a:pPr algn="ctr"/>
            <a:r>
              <a:rPr lang="vi-VN" sz="38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QUÝ HỘI ĐỒNG ĐÃ LẮNG NGHE!</a:t>
            </a:r>
            <a:endParaRPr lang="en-US" sz="38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Hình ảnh 2" descr="Ảnh có chứa Đồ họa, Phông chữ, biểu tượng, ảnh chụp màn hình&#10;&#10;Nội dung do AI tạo ra có thể không chính xác.">
            <a:extLst>
              <a:ext uri="{FF2B5EF4-FFF2-40B4-BE49-F238E27FC236}">
                <a16:creationId xmlns:a16="http://schemas.microsoft.com/office/drawing/2014/main" id="{076E9819-6E0C-DE2B-9A5D-273247B22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49418" y="-820396"/>
            <a:ext cx="4378103" cy="3189969"/>
          </a:xfrm>
          <a:prstGeom prst="rect">
            <a:avLst/>
          </a:prstGeom>
        </p:spPr>
      </p:pic>
      <p:sp>
        <p:nvSpPr>
          <p:cNvPr id="6" name="AutoShape 2" descr="Black Graduation Hat Clipart Vector, Bachelors Hat Graduation Season ...">
            <a:extLst>
              <a:ext uri="{FF2B5EF4-FFF2-40B4-BE49-F238E27FC236}">
                <a16:creationId xmlns:a16="http://schemas.microsoft.com/office/drawing/2014/main" id="{30EC5B9E-C88B-C656-B57A-DD15EC4E70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AutoShape 4" descr="Hình ảnh về ">
            <a:extLst>
              <a:ext uri="{FF2B5EF4-FFF2-40B4-BE49-F238E27FC236}">
                <a16:creationId xmlns:a16="http://schemas.microsoft.com/office/drawing/2014/main" id="{627AEADF-36B8-6803-4944-9500161230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AA3F2015-ADFB-B833-FA64-B57D16191D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01336C52-78AB-5517-1E98-F23DE522D1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6D985E1F-BA97-9DA4-E4AC-079EFDA159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53200" y="3886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310</TotalTime>
  <Words>591</Words>
  <Application>Microsoft Office PowerPoint</Application>
  <PresentationFormat>Widescreen</PresentationFormat>
  <Paragraphs>96</Paragraphs>
  <Slides>11</Slides>
  <Notes>2</Notes>
  <HiddenSlides>1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Custom Design</vt:lpstr>
      <vt:lpstr>1_Custom Design</vt:lpstr>
      <vt:lpstr>Sinh viên : Trần Đình Dũng MSSV :      21810510078 GVHD :     ThS. Phạm Trọng Hoan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SUNIVY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Van Toan</dc:creator>
  <cp:lastModifiedBy>dũng trần đình</cp:lastModifiedBy>
  <cp:revision>40</cp:revision>
  <cp:lastPrinted>2019-08-01T06:52:31Z</cp:lastPrinted>
  <dcterms:created xsi:type="dcterms:W3CDTF">2002-04-17T03:56:32Z</dcterms:created>
  <dcterms:modified xsi:type="dcterms:W3CDTF">2025-12-12T10:54:50Z</dcterms:modified>
</cp:coreProperties>
</file>